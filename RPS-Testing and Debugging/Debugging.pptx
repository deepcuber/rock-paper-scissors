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D676A-B296-4B20-B7DC-4735CAC61117}" v="4" dt="2026-03-06T23:53:33.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2"/>
  </p:normalViewPr>
  <p:slideViewPr>
    <p:cSldViewPr snapToGrid="0">
      <p:cViewPr varScale="1">
        <p:scale>
          <a:sx n="119" d="100"/>
          <a:sy n="119" d="100"/>
        </p:scale>
        <p:origin x="5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wyn Batungbakal" userId="7f5e81eb-baa1-468f-b499-a3532cc4d384" providerId="ADAL" clId="{7DB82A81-E93C-4342-A740-172D37305CA0}"/>
    <pc:docChg chg="undo custSel addSld delSld modSld">
      <pc:chgData name="Arwyn Batungbakal" userId="7f5e81eb-baa1-468f-b499-a3532cc4d384" providerId="ADAL" clId="{7DB82A81-E93C-4342-A740-172D37305CA0}" dt="2026-03-07T06:57:18.038" v="2549" actId="20577"/>
      <pc:docMkLst>
        <pc:docMk/>
      </pc:docMkLst>
      <pc:sldChg chg="addSp delSp modSp mod">
        <pc:chgData name="Arwyn Batungbakal" userId="7f5e81eb-baa1-468f-b499-a3532cc4d384" providerId="ADAL" clId="{7DB82A81-E93C-4342-A740-172D37305CA0}" dt="2026-03-06T21:11:18.870" v="1909" actId="20577"/>
        <pc:sldMkLst>
          <pc:docMk/>
          <pc:sldMk cId="873315269" sldId="256"/>
        </pc:sldMkLst>
        <pc:spChg chg="mod">
          <ac:chgData name="Arwyn Batungbakal" userId="7f5e81eb-baa1-468f-b499-a3532cc4d384" providerId="ADAL" clId="{7DB82A81-E93C-4342-A740-172D37305CA0}" dt="2026-03-05T05:39:43.566" v="1129" actId="14100"/>
          <ac:spMkLst>
            <pc:docMk/>
            <pc:sldMk cId="873315269" sldId="256"/>
            <ac:spMk id="4" creationId="{83383FE4-D44B-1966-3C01-316EFCD4B06B}"/>
          </ac:spMkLst>
        </pc:spChg>
        <pc:spChg chg="mod">
          <ac:chgData name="Arwyn Batungbakal" userId="7f5e81eb-baa1-468f-b499-a3532cc4d384" providerId="ADAL" clId="{7DB82A81-E93C-4342-A740-172D37305CA0}" dt="2026-03-06T21:11:18.870" v="1909" actId="20577"/>
          <ac:spMkLst>
            <pc:docMk/>
            <pc:sldMk cId="873315269" sldId="256"/>
            <ac:spMk id="6" creationId="{F27A0D0A-AAFC-51AA-C21A-210395719684}"/>
          </ac:spMkLst>
        </pc:spChg>
        <pc:spChg chg="mod">
          <ac:chgData name="Arwyn Batungbakal" userId="7f5e81eb-baa1-468f-b499-a3532cc4d384" providerId="ADAL" clId="{7DB82A81-E93C-4342-A740-172D37305CA0}" dt="2026-03-05T05:32:18.781" v="585" actId="20577"/>
          <ac:spMkLst>
            <pc:docMk/>
            <pc:sldMk cId="873315269" sldId="256"/>
            <ac:spMk id="7" creationId="{F493942D-3B6E-F0BB-93E4-9D5B948BA803}"/>
          </ac:spMkLst>
        </pc:spChg>
        <pc:graphicFrameChg chg="mod modGraphic">
          <ac:chgData name="Arwyn Batungbakal" userId="7f5e81eb-baa1-468f-b499-a3532cc4d384" providerId="ADAL" clId="{7DB82A81-E93C-4342-A740-172D37305CA0}" dt="2026-03-05T05:31:55.449" v="561" actId="20577"/>
          <ac:graphicFrameMkLst>
            <pc:docMk/>
            <pc:sldMk cId="873315269" sldId="256"/>
            <ac:graphicFrameMk id="5" creationId="{51AD6571-798E-7B1E-4416-86BF1173DDB6}"/>
          </ac:graphicFrameMkLst>
        </pc:graphicFrameChg>
        <pc:picChg chg="add mod">
          <ac:chgData name="Arwyn Batungbakal" userId="7f5e81eb-baa1-468f-b499-a3532cc4d384" providerId="ADAL" clId="{7DB82A81-E93C-4342-A740-172D37305CA0}" dt="2026-03-05T05:28:19.146" v="106" actId="1076"/>
          <ac:picMkLst>
            <pc:docMk/>
            <pc:sldMk cId="873315269" sldId="256"/>
            <ac:picMk id="3" creationId="{CF1CF130-DE0F-768A-6D1C-9C3F5F5CEDD1}"/>
          </ac:picMkLst>
        </pc:picChg>
        <pc:picChg chg="add mod">
          <ac:chgData name="Arwyn Batungbakal" userId="7f5e81eb-baa1-468f-b499-a3532cc4d384" providerId="ADAL" clId="{7DB82A81-E93C-4342-A740-172D37305CA0}" dt="2026-03-05T05:31:51.070" v="550" actId="1076"/>
          <ac:picMkLst>
            <pc:docMk/>
            <pc:sldMk cId="873315269" sldId="256"/>
            <ac:picMk id="11" creationId="{EABB9A0B-AF4B-5A9F-498C-A75AE60963DB}"/>
          </ac:picMkLst>
        </pc:picChg>
        <pc:picChg chg="add mod">
          <ac:chgData name="Arwyn Batungbakal" userId="7f5e81eb-baa1-468f-b499-a3532cc4d384" providerId="ADAL" clId="{7DB82A81-E93C-4342-A740-172D37305CA0}" dt="2026-03-05T05:39:49.803" v="1130" actId="1076"/>
          <ac:picMkLst>
            <pc:docMk/>
            <pc:sldMk cId="873315269" sldId="256"/>
            <ac:picMk id="13" creationId="{EB7BFAC6-75F7-2C48-D2E7-6E87D3076683}"/>
          </ac:picMkLst>
        </pc:picChg>
      </pc:sldChg>
      <pc:sldChg chg="addSp delSp modSp add mod">
        <pc:chgData name="Arwyn Batungbakal" userId="7f5e81eb-baa1-468f-b499-a3532cc4d384" providerId="ADAL" clId="{7DB82A81-E93C-4342-A740-172D37305CA0}" dt="2026-03-06T21:11:34.620" v="1927" actId="20577"/>
        <pc:sldMkLst>
          <pc:docMk/>
          <pc:sldMk cId="3940541819" sldId="257"/>
        </pc:sldMkLst>
        <pc:spChg chg="mod">
          <ac:chgData name="Arwyn Batungbakal" userId="7f5e81eb-baa1-468f-b499-a3532cc4d384" providerId="ADAL" clId="{7DB82A81-E93C-4342-A740-172D37305CA0}" dt="2026-03-05T05:50:20.611" v="1471" actId="20577"/>
          <ac:spMkLst>
            <pc:docMk/>
            <pc:sldMk cId="3940541819" sldId="257"/>
            <ac:spMk id="4" creationId="{314D33AD-E59E-1174-4C34-A02F20CD5718}"/>
          </ac:spMkLst>
        </pc:spChg>
        <pc:spChg chg="mod">
          <ac:chgData name="Arwyn Batungbakal" userId="7f5e81eb-baa1-468f-b499-a3532cc4d384" providerId="ADAL" clId="{7DB82A81-E93C-4342-A740-172D37305CA0}" dt="2026-03-06T21:11:34.620" v="1927" actId="20577"/>
          <ac:spMkLst>
            <pc:docMk/>
            <pc:sldMk cId="3940541819" sldId="257"/>
            <ac:spMk id="6" creationId="{C14B39B2-0D16-85AF-BCEF-92EE6091C3D7}"/>
          </ac:spMkLst>
        </pc:spChg>
        <pc:spChg chg="mod">
          <ac:chgData name="Arwyn Batungbakal" userId="7f5e81eb-baa1-468f-b499-a3532cc4d384" providerId="ADAL" clId="{7DB82A81-E93C-4342-A740-172D37305CA0}" dt="2026-03-05T05:49:21.221" v="1314" actId="20577"/>
          <ac:spMkLst>
            <pc:docMk/>
            <pc:sldMk cId="3940541819" sldId="257"/>
            <ac:spMk id="7" creationId="{3E1717B8-BED9-EE9B-04A7-71A3B6C475CB}"/>
          </ac:spMkLst>
        </pc:spChg>
        <pc:graphicFrameChg chg="modGraphic">
          <ac:chgData name="Arwyn Batungbakal" userId="7f5e81eb-baa1-468f-b499-a3532cc4d384" providerId="ADAL" clId="{7DB82A81-E93C-4342-A740-172D37305CA0}" dt="2026-03-05T05:50:01.807" v="1381" actId="20577"/>
          <ac:graphicFrameMkLst>
            <pc:docMk/>
            <pc:sldMk cId="3940541819" sldId="257"/>
            <ac:graphicFrameMk id="5" creationId="{A997B669-45A4-5DFB-87A2-E777171528E6}"/>
          </ac:graphicFrameMkLst>
        </pc:graphicFrameChg>
        <pc:picChg chg="add mod">
          <ac:chgData name="Arwyn Batungbakal" userId="7f5e81eb-baa1-468f-b499-a3532cc4d384" providerId="ADAL" clId="{7DB82A81-E93C-4342-A740-172D37305CA0}" dt="2026-03-05T05:48:37.201" v="1288" actId="14100"/>
          <ac:picMkLst>
            <pc:docMk/>
            <pc:sldMk cId="3940541819" sldId="257"/>
            <ac:picMk id="8" creationId="{403AAA9B-8DAD-18B9-3B1C-042940C4C3EF}"/>
          </ac:picMkLst>
        </pc:picChg>
        <pc:picChg chg="add mod">
          <ac:chgData name="Arwyn Batungbakal" userId="7f5e81eb-baa1-468f-b499-a3532cc4d384" providerId="ADAL" clId="{7DB82A81-E93C-4342-A740-172D37305CA0}" dt="2026-03-05T05:48:58.629" v="1292" actId="1076"/>
          <ac:picMkLst>
            <pc:docMk/>
            <pc:sldMk cId="3940541819" sldId="257"/>
            <ac:picMk id="10" creationId="{67471FDA-5FDB-897A-8DCC-53831A957006}"/>
          </ac:picMkLst>
        </pc:picChg>
        <pc:picChg chg="add mod">
          <ac:chgData name="Arwyn Batungbakal" userId="7f5e81eb-baa1-468f-b499-a3532cc4d384" providerId="ADAL" clId="{7DB82A81-E93C-4342-A740-172D37305CA0}" dt="2026-03-05T05:50:49.821" v="1477" actId="1076"/>
          <ac:picMkLst>
            <pc:docMk/>
            <pc:sldMk cId="3940541819" sldId="257"/>
            <ac:picMk id="14" creationId="{4BB19BB6-36A0-286A-C50C-357E51EE216C}"/>
          </ac:picMkLst>
        </pc:picChg>
      </pc:sldChg>
      <pc:sldChg chg="addSp delSp modSp add mod">
        <pc:chgData name="Arwyn Batungbakal" userId="7f5e81eb-baa1-468f-b499-a3532cc4d384" providerId="ADAL" clId="{7DB82A81-E93C-4342-A740-172D37305CA0}" dt="2026-03-06T06:12:42.733" v="1898" actId="20577"/>
        <pc:sldMkLst>
          <pc:docMk/>
          <pc:sldMk cId="933012676" sldId="258"/>
        </pc:sldMkLst>
        <pc:spChg chg="mod">
          <ac:chgData name="Arwyn Batungbakal" userId="7f5e81eb-baa1-468f-b499-a3532cc4d384" providerId="ADAL" clId="{7DB82A81-E93C-4342-A740-172D37305CA0}" dt="2026-03-06T06:11:27.832" v="1864" actId="20577"/>
          <ac:spMkLst>
            <pc:docMk/>
            <pc:sldMk cId="933012676" sldId="258"/>
            <ac:spMk id="4" creationId="{23F85F48-CA2C-5C93-325C-93016310418F}"/>
          </ac:spMkLst>
        </pc:spChg>
        <pc:spChg chg="mod">
          <ac:chgData name="Arwyn Batungbakal" userId="7f5e81eb-baa1-468f-b499-a3532cc4d384" providerId="ADAL" clId="{7DB82A81-E93C-4342-A740-172D37305CA0}" dt="2026-03-06T06:11:52.985" v="1887" actId="20577"/>
          <ac:spMkLst>
            <pc:docMk/>
            <pc:sldMk cId="933012676" sldId="258"/>
            <ac:spMk id="6" creationId="{CD370BFE-1176-8803-918B-968E86C27EE2}"/>
          </ac:spMkLst>
        </pc:spChg>
        <pc:spChg chg="mod">
          <ac:chgData name="Arwyn Batungbakal" userId="7f5e81eb-baa1-468f-b499-a3532cc4d384" providerId="ADAL" clId="{7DB82A81-E93C-4342-A740-172D37305CA0}" dt="2026-03-06T06:12:42.733" v="1898" actId="20577"/>
          <ac:spMkLst>
            <pc:docMk/>
            <pc:sldMk cId="933012676" sldId="258"/>
            <ac:spMk id="7" creationId="{3E1F42D9-8924-0F0E-9286-8FBB414177B5}"/>
          </ac:spMkLst>
        </pc:spChg>
        <pc:graphicFrameChg chg="modGraphic">
          <ac:chgData name="Arwyn Batungbakal" userId="7f5e81eb-baa1-468f-b499-a3532cc4d384" providerId="ADAL" clId="{7DB82A81-E93C-4342-A740-172D37305CA0}" dt="2026-03-06T06:09:44.016" v="1615" actId="20577"/>
          <ac:graphicFrameMkLst>
            <pc:docMk/>
            <pc:sldMk cId="933012676" sldId="258"/>
            <ac:graphicFrameMk id="5" creationId="{71FEADBE-BE90-CCFB-BA6C-6A80B7250C7D}"/>
          </ac:graphicFrameMkLst>
        </pc:graphicFrameChg>
        <pc:picChg chg="add mod">
          <ac:chgData name="Arwyn Batungbakal" userId="7f5e81eb-baa1-468f-b499-a3532cc4d384" providerId="ADAL" clId="{7DB82A81-E93C-4342-A740-172D37305CA0}" dt="2026-03-06T06:09:11.767" v="1483" actId="1076"/>
          <ac:picMkLst>
            <pc:docMk/>
            <pc:sldMk cId="933012676" sldId="258"/>
            <ac:picMk id="3" creationId="{FD4C2E28-707A-698F-A114-E7D58E03AF77}"/>
          </ac:picMkLst>
        </pc:picChg>
        <pc:picChg chg="del">
          <ac:chgData name="Arwyn Batungbakal" userId="7f5e81eb-baa1-468f-b499-a3532cc4d384" providerId="ADAL" clId="{7DB82A81-E93C-4342-A740-172D37305CA0}" dt="2026-03-06T06:09:03.577" v="1479" actId="478"/>
          <ac:picMkLst>
            <pc:docMk/>
            <pc:sldMk cId="933012676" sldId="258"/>
            <ac:picMk id="8" creationId="{F98B0C6D-BB94-D033-F226-A3EFF87A9055}"/>
          </ac:picMkLst>
        </pc:picChg>
        <pc:picChg chg="add mod">
          <ac:chgData name="Arwyn Batungbakal" userId="7f5e81eb-baa1-468f-b499-a3532cc4d384" providerId="ADAL" clId="{7DB82A81-E93C-4342-A740-172D37305CA0}" dt="2026-03-06T06:09:21.808" v="1490" actId="1076"/>
          <ac:picMkLst>
            <pc:docMk/>
            <pc:sldMk cId="933012676" sldId="258"/>
            <ac:picMk id="9" creationId="{BEF87230-263C-DDD1-AC9B-CDACCD09B775}"/>
          </ac:picMkLst>
        </pc:picChg>
        <pc:picChg chg="del">
          <ac:chgData name="Arwyn Batungbakal" userId="7f5e81eb-baa1-468f-b499-a3532cc4d384" providerId="ADAL" clId="{7DB82A81-E93C-4342-A740-172D37305CA0}" dt="2026-03-06T06:09:13.158" v="1484" actId="478"/>
          <ac:picMkLst>
            <pc:docMk/>
            <pc:sldMk cId="933012676" sldId="258"/>
            <ac:picMk id="10" creationId="{AED9B29C-54FC-C76D-5C6C-D575A7AF359A}"/>
          </ac:picMkLst>
        </pc:picChg>
        <pc:picChg chg="add mod">
          <ac:chgData name="Arwyn Batungbakal" userId="7f5e81eb-baa1-468f-b499-a3532cc4d384" providerId="ADAL" clId="{7DB82A81-E93C-4342-A740-172D37305CA0}" dt="2026-03-06T06:11:38.472" v="1868" actId="1076"/>
          <ac:picMkLst>
            <pc:docMk/>
            <pc:sldMk cId="933012676" sldId="258"/>
            <ac:picMk id="12" creationId="{FA0E330E-D08A-4031-EB5A-64B679001E84}"/>
          </ac:picMkLst>
        </pc:picChg>
        <pc:picChg chg="del">
          <ac:chgData name="Arwyn Batungbakal" userId="7f5e81eb-baa1-468f-b499-a3532cc4d384" providerId="ADAL" clId="{7DB82A81-E93C-4342-A740-172D37305CA0}" dt="2026-03-06T06:09:13.979" v="1485" actId="478"/>
          <ac:picMkLst>
            <pc:docMk/>
            <pc:sldMk cId="933012676" sldId="258"/>
            <ac:picMk id="14" creationId="{AB4D0172-01AA-1AD3-104F-7B68D455B6E9}"/>
          </ac:picMkLst>
        </pc:picChg>
      </pc:sldChg>
      <pc:sldChg chg="delSp add mod">
        <pc:chgData name="Arwyn Batungbakal" userId="7f5e81eb-baa1-468f-b499-a3532cc4d384" providerId="ADAL" clId="{7DB82A81-E93C-4342-A740-172D37305CA0}" dt="2026-03-06T21:11:52.205" v="1929" actId="478"/>
        <pc:sldMkLst>
          <pc:docMk/>
          <pc:sldMk cId="893783314" sldId="259"/>
        </pc:sldMkLst>
        <pc:picChg chg="del">
          <ac:chgData name="Arwyn Batungbakal" userId="7f5e81eb-baa1-468f-b499-a3532cc4d384" providerId="ADAL" clId="{7DB82A81-E93C-4342-A740-172D37305CA0}" dt="2026-03-06T21:11:52.205" v="1929" actId="478"/>
          <ac:picMkLst>
            <pc:docMk/>
            <pc:sldMk cId="893783314" sldId="259"/>
            <ac:picMk id="3" creationId="{3CAEDA60-D778-BACA-BE07-37DBC1DD42EC}"/>
          </ac:picMkLst>
        </pc:picChg>
      </pc:sldChg>
      <pc:sldChg chg="addSp delSp modSp add mod">
        <pc:chgData name="Arwyn Batungbakal" userId="7f5e81eb-baa1-468f-b499-a3532cc4d384" providerId="ADAL" clId="{7DB82A81-E93C-4342-A740-172D37305CA0}" dt="2026-03-06T21:16:54.495" v="2146" actId="20577"/>
        <pc:sldMkLst>
          <pc:docMk/>
          <pc:sldMk cId="4279175828" sldId="260"/>
        </pc:sldMkLst>
        <pc:spChg chg="mod">
          <ac:chgData name="Arwyn Batungbakal" userId="7f5e81eb-baa1-468f-b499-a3532cc4d384" providerId="ADAL" clId="{7DB82A81-E93C-4342-A740-172D37305CA0}" dt="2026-03-06T21:12:51.290" v="2137" actId="20577"/>
          <ac:spMkLst>
            <pc:docMk/>
            <pc:sldMk cId="4279175828" sldId="260"/>
            <ac:spMk id="4" creationId="{347B5238-33A4-81AB-BDBF-AA30525770EA}"/>
          </ac:spMkLst>
        </pc:spChg>
        <pc:spChg chg="mod">
          <ac:chgData name="Arwyn Batungbakal" userId="7f5e81eb-baa1-468f-b499-a3532cc4d384" providerId="ADAL" clId="{7DB82A81-E93C-4342-A740-172D37305CA0}" dt="2026-03-06T21:16:54.495" v="2146" actId="20577"/>
          <ac:spMkLst>
            <pc:docMk/>
            <pc:sldMk cId="4279175828" sldId="260"/>
            <ac:spMk id="7" creationId="{FD7751B4-E7E8-F72E-0ACB-51744E96BB8A}"/>
          </ac:spMkLst>
        </pc:spChg>
        <pc:graphicFrameChg chg="mod modGraphic">
          <ac:chgData name="Arwyn Batungbakal" userId="7f5e81eb-baa1-468f-b499-a3532cc4d384" providerId="ADAL" clId="{7DB82A81-E93C-4342-A740-172D37305CA0}" dt="2026-03-06T21:12:28.622" v="1981" actId="20577"/>
          <ac:graphicFrameMkLst>
            <pc:docMk/>
            <pc:sldMk cId="4279175828" sldId="260"/>
            <ac:graphicFrameMk id="5" creationId="{0AB0DDF0-EDEB-95D6-D246-1B78C0E820B3}"/>
          </ac:graphicFrameMkLst>
        </pc:graphicFrameChg>
        <pc:picChg chg="del mod">
          <ac:chgData name="Arwyn Batungbakal" userId="7f5e81eb-baa1-468f-b499-a3532cc4d384" providerId="ADAL" clId="{7DB82A81-E93C-4342-A740-172D37305CA0}" dt="2026-03-06T21:11:58.276" v="1934" actId="478"/>
          <ac:picMkLst>
            <pc:docMk/>
            <pc:sldMk cId="4279175828" sldId="260"/>
            <ac:picMk id="3" creationId="{F464C2D8-5692-F5BA-1DAD-336E15EC7370}"/>
          </ac:picMkLst>
        </pc:picChg>
        <pc:picChg chg="add mod">
          <ac:chgData name="Arwyn Batungbakal" userId="7f5e81eb-baa1-468f-b499-a3532cc4d384" providerId="ADAL" clId="{7DB82A81-E93C-4342-A740-172D37305CA0}" dt="2026-03-06T21:12:20.339" v="1941" actId="1076"/>
          <ac:picMkLst>
            <pc:docMk/>
            <pc:sldMk cId="4279175828" sldId="260"/>
            <ac:picMk id="8" creationId="{E71C6B38-CF27-26EF-7124-89AA6A6C2A16}"/>
          </ac:picMkLst>
        </pc:picChg>
        <pc:picChg chg="del">
          <ac:chgData name="Arwyn Batungbakal" userId="7f5e81eb-baa1-468f-b499-a3532cc4d384" providerId="ADAL" clId="{7DB82A81-E93C-4342-A740-172D37305CA0}" dt="2026-03-06T21:11:55.588" v="1931" actId="478"/>
          <ac:picMkLst>
            <pc:docMk/>
            <pc:sldMk cId="4279175828" sldId="260"/>
            <ac:picMk id="9" creationId="{5512AF50-3D35-414B-2590-7E8555E76387}"/>
          </ac:picMkLst>
        </pc:picChg>
        <pc:picChg chg="add mod">
          <ac:chgData name="Arwyn Batungbakal" userId="7f5e81eb-baa1-468f-b499-a3532cc4d384" providerId="ADAL" clId="{7DB82A81-E93C-4342-A740-172D37305CA0}" dt="2026-03-06T21:13:21.413" v="2139" actId="1076"/>
          <ac:picMkLst>
            <pc:docMk/>
            <pc:sldMk cId="4279175828" sldId="260"/>
            <ac:picMk id="11" creationId="{522A044F-FAE7-CC95-2FF6-09D942851CD2}"/>
          </ac:picMkLst>
        </pc:picChg>
        <pc:picChg chg="del">
          <ac:chgData name="Arwyn Batungbakal" userId="7f5e81eb-baa1-468f-b499-a3532cc4d384" providerId="ADAL" clId="{7DB82A81-E93C-4342-A740-172D37305CA0}" dt="2026-03-06T21:11:59.830" v="1935" actId="478"/>
          <ac:picMkLst>
            <pc:docMk/>
            <pc:sldMk cId="4279175828" sldId="260"/>
            <ac:picMk id="12" creationId="{F4FEFE38-62C1-B4B8-0FD2-E0DB04E06A32}"/>
          </ac:picMkLst>
        </pc:picChg>
      </pc:sldChg>
      <pc:sldChg chg="addSp delSp modSp add mod">
        <pc:chgData name="Arwyn Batungbakal" userId="7f5e81eb-baa1-468f-b499-a3532cc4d384" providerId="ADAL" clId="{7DB82A81-E93C-4342-A740-172D37305CA0}" dt="2026-03-07T06:57:18.038" v="2549" actId="20577"/>
        <pc:sldMkLst>
          <pc:docMk/>
          <pc:sldMk cId="2219316693" sldId="261"/>
        </pc:sldMkLst>
        <pc:spChg chg="mod">
          <ac:chgData name="Arwyn Batungbakal" userId="7f5e81eb-baa1-468f-b499-a3532cc4d384" providerId="ADAL" clId="{7DB82A81-E93C-4342-A740-172D37305CA0}" dt="2026-03-07T06:57:18.038" v="2549" actId="20577"/>
          <ac:spMkLst>
            <pc:docMk/>
            <pc:sldMk cId="2219316693" sldId="261"/>
            <ac:spMk id="4" creationId="{16EA0525-6395-563E-2C88-B1938166724B}"/>
          </ac:spMkLst>
        </pc:spChg>
        <pc:spChg chg="mod">
          <ac:chgData name="Arwyn Batungbakal" userId="7f5e81eb-baa1-468f-b499-a3532cc4d384" providerId="ADAL" clId="{7DB82A81-E93C-4342-A740-172D37305CA0}" dt="2026-03-06T23:53:51.244" v="2208" actId="20577"/>
          <ac:spMkLst>
            <pc:docMk/>
            <pc:sldMk cId="2219316693" sldId="261"/>
            <ac:spMk id="6" creationId="{3477EDFC-97F8-AAB5-FA39-33DA5BBA0DB0}"/>
          </ac:spMkLst>
        </pc:spChg>
        <pc:graphicFrameChg chg="modGraphic">
          <ac:chgData name="Arwyn Batungbakal" userId="7f5e81eb-baa1-468f-b499-a3532cc4d384" providerId="ADAL" clId="{7DB82A81-E93C-4342-A740-172D37305CA0}" dt="2026-03-07T00:03:03.697" v="2411" actId="313"/>
          <ac:graphicFrameMkLst>
            <pc:docMk/>
            <pc:sldMk cId="2219316693" sldId="261"/>
            <ac:graphicFrameMk id="5" creationId="{D9E88A18-43AD-FA88-9392-183D302C721B}"/>
          </ac:graphicFrameMkLst>
        </pc:graphicFrameChg>
        <pc:picChg chg="add mod">
          <ac:chgData name="Arwyn Batungbakal" userId="7f5e81eb-baa1-468f-b499-a3532cc4d384" providerId="ADAL" clId="{7DB82A81-E93C-4342-A740-172D37305CA0}" dt="2026-03-07T00:02:44.092" v="2398" actId="1076"/>
          <ac:picMkLst>
            <pc:docMk/>
            <pc:sldMk cId="2219316693" sldId="261"/>
            <ac:picMk id="3" creationId="{AD2F914B-7194-1544-8307-344CC00FF7C1}"/>
          </ac:picMkLst>
        </pc:picChg>
        <pc:picChg chg="del">
          <ac:chgData name="Arwyn Batungbakal" userId="7f5e81eb-baa1-468f-b499-a3532cc4d384" providerId="ADAL" clId="{7DB82A81-E93C-4342-A740-172D37305CA0}" dt="2026-03-07T00:02:13.114" v="2390" actId="478"/>
          <ac:picMkLst>
            <pc:docMk/>
            <pc:sldMk cId="2219316693" sldId="261"/>
            <ac:picMk id="8" creationId="{BE212D67-BF60-2E9C-B81E-15A6FC998CB5}"/>
          </ac:picMkLst>
        </pc:picChg>
        <pc:picChg chg="del">
          <ac:chgData name="Arwyn Batungbakal" userId="7f5e81eb-baa1-468f-b499-a3532cc4d384" providerId="ADAL" clId="{7DB82A81-E93C-4342-A740-172D37305CA0}" dt="2026-03-07T00:02:14.414" v="2391" actId="478"/>
          <ac:picMkLst>
            <pc:docMk/>
            <pc:sldMk cId="2219316693" sldId="261"/>
            <ac:picMk id="11" creationId="{3A07E33C-3C7E-C9DB-B644-AF4306CD6CFA}"/>
          </ac:picMkLst>
        </pc:picChg>
      </pc:sldChg>
      <pc:sldChg chg="new del">
        <pc:chgData name="Arwyn Batungbakal" userId="7f5e81eb-baa1-468f-b499-a3532cc4d384" providerId="ADAL" clId="{7DB82A81-E93C-4342-A740-172D37305CA0}" dt="2026-03-06T23:53:57.986" v="2235" actId="680"/>
        <pc:sldMkLst>
          <pc:docMk/>
          <pc:sldMk cId="1096628824"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3AD52-9E12-5691-1869-4FF1FFF658F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2A6C547-DE8D-8AAE-EDEB-F39C1C511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F3405E4-1654-5643-8CFF-B14D1C1BBB62}"/>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5" name="Footer Placeholder 4">
            <a:extLst>
              <a:ext uri="{FF2B5EF4-FFF2-40B4-BE49-F238E27FC236}">
                <a16:creationId xmlns:a16="http://schemas.microsoft.com/office/drawing/2014/main" id="{241D45F6-0CFD-FB25-9DC3-CAE6FC78E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B21AD7-45B8-9F8D-9BC3-A06133F13DAE}"/>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232211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5206-BB82-E9CC-B0F4-F0A2764DE6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C513733-5252-FABB-DD3D-A048DD1CE4F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B0BF808-DA73-2D60-A06A-877C8B11BF4C}"/>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5" name="Footer Placeholder 4">
            <a:extLst>
              <a:ext uri="{FF2B5EF4-FFF2-40B4-BE49-F238E27FC236}">
                <a16:creationId xmlns:a16="http://schemas.microsoft.com/office/drawing/2014/main" id="{07F07EFE-5BF4-E1E9-E4D3-8A83885701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1A551-47DA-6518-AAB8-F674952751BB}"/>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421178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CE83-19D6-E3AE-7335-F74A124472A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8A49BB5-AA47-02A9-ABFC-1EFDBFA06A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B1E327E-49B3-AC3A-42EC-0E7AF2A9134A}"/>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5" name="Footer Placeholder 4">
            <a:extLst>
              <a:ext uri="{FF2B5EF4-FFF2-40B4-BE49-F238E27FC236}">
                <a16:creationId xmlns:a16="http://schemas.microsoft.com/office/drawing/2014/main" id="{0482F76E-2450-6AA3-7DF7-5072A05EE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E08060-4AB2-5C02-8711-A355C6E5DA06}"/>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256153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0EAB-FEA6-627F-62EC-18DFD0DACCB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1562C6D-E82E-A8BB-44FC-0F6116146B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4082F46-A0CB-8060-49BF-01E0DE2DD81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69706C8-A9A7-D9D8-F949-31CE3FECC843}"/>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6" name="Footer Placeholder 5">
            <a:extLst>
              <a:ext uri="{FF2B5EF4-FFF2-40B4-BE49-F238E27FC236}">
                <a16:creationId xmlns:a16="http://schemas.microsoft.com/office/drawing/2014/main" id="{FCFCDE98-7645-A9AC-A9B2-3950B169A7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C7EB8-C31A-3DD2-534C-BDC90F412053}"/>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17565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E4CB7-B57C-3FA6-DAFB-379349BD3C3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180557E-843E-22E1-ED64-E3DC175F73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38E3E00-9C77-F9F5-0F87-D52554DD977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4D2A23F-78F4-EB5A-A29D-3DD1B9315E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DBBF5BE-B4C8-4483-C218-F1E8F95E48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CF50CD7-3EA3-051F-CA82-8359DEEAF1B2}"/>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8" name="Footer Placeholder 7">
            <a:extLst>
              <a:ext uri="{FF2B5EF4-FFF2-40B4-BE49-F238E27FC236}">
                <a16:creationId xmlns:a16="http://schemas.microsoft.com/office/drawing/2014/main" id="{C60B64C1-C011-B7BC-3065-B6BF2DD981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63C94E-BBC8-D2ED-DAE2-5CA1ECE44FEF}"/>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2433604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E28B-21FE-9606-3D54-6D852338D8A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3B8C493-9408-5B27-11E2-7E33002C4BEF}"/>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4" name="Footer Placeholder 3">
            <a:extLst>
              <a:ext uri="{FF2B5EF4-FFF2-40B4-BE49-F238E27FC236}">
                <a16:creationId xmlns:a16="http://schemas.microsoft.com/office/drawing/2014/main" id="{15CC9755-F904-78A2-5F67-25A1861091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97840-4469-0CF6-404D-4B724BC63DA8}"/>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1035680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DE9A3B-3575-B4DC-CC41-BCA7602AE12D}"/>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3" name="Footer Placeholder 2">
            <a:extLst>
              <a:ext uri="{FF2B5EF4-FFF2-40B4-BE49-F238E27FC236}">
                <a16:creationId xmlns:a16="http://schemas.microsoft.com/office/drawing/2014/main" id="{9192FAC8-AC9C-7618-C228-CE059D24BA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017D08-4D1C-0C56-5739-F5D2F444805A}"/>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4125460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695D-6F89-CA94-C307-90C38E2C6BC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2C5C48D-488E-D5F7-7823-D921FEE7FF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EADA65D-A9EE-D645-8165-72AD32706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59D3000-A6AD-2B66-4A56-F4BD650CA90B}"/>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6" name="Footer Placeholder 5">
            <a:extLst>
              <a:ext uri="{FF2B5EF4-FFF2-40B4-BE49-F238E27FC236}">
                <a16:creationId xmlns:a16="http://schemas.microsoft.com/office/drawing/2014/main" id="{1ECDFA38-EA9E-0A01-DFF6-3997A774E6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0F6066-D40C-8A3E-7A27-235C28D8D4D6}"/>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324865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88D6E-7202-7504-E13F-307EF5D37F6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DAE3410-1799-A485-3503-65DE6ECF7C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8FBECE-62D7-6D3D-D502-C7564A191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D0B99A-9F09-0A6B-F2B4-7884B8E76EB8}"/>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6" name="Footer Placeholder 5">
            <a:extLst>
              <a:ext uri="{FF2B5EF4-FFF2-40B4-BE49-F238E27FC236}">
                <a16:creationId xmlns:a16="http://schemas.microsoft.com/office/drawing/2014/main" id="{8A0B748E-AC2F-96C0-F40F-41C56C5E4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B2131B-F71F-5BF5-8799-2C197A225C16}"/>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2572375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273E9-748B-BE3E-1DA8-6E01B1EC70E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6D6F1A1-9F46-9D48-4C60-F4CEA67E3B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557B7F-B0E7-9E74-DBD5-3AD6BABEE7B9}"/>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5" name="Footer Placeholder 4">
            <a:extLst>
              <a:ext uri="{FF2B5EF4-FFF2-40B4-BE49-F238E27FC236}">
                <a16:creationId xmlns:a16="http://schemas.microsoft.com/office/drawing/2014/main" id="{6B232FCA-7705-647F-CE88-2385063B63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14DBE-F02A-3294-FFF6-6E234E015E27}"/>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51954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B79AC8-2084-363A-4A0D-D6EE49F8FAB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A5DE941-EF8C-842B-EFAE-F5EDF9BDBD0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ECC9CF-30A7-55A6-F1DE-90AA4065B79A}"/>
              </a:ext>
            </a:extLst>
          </p:cNvPr>
          <p:cNvSpPr>
            <a:spLocks noGrp="1"/>
          </p:cNvSpPr>
          <p:nvPr>
            <p:ph type="dt" sz="half" idx="10"/>
          </p:nvPr>
        </p:nvSpPr>
        <p:spPr/>
        <p:txBody>
          <a:bodyPr/>
          <a:lstStyle/>
          <a:p>
            <a:fld id="{B3980CF6-FB69-4149-8489-57C3513216F3}" type="datetimeFigureOut">
              <a:rPr lang="en-US" smtClean="0"/>
              <a:t>3/7/2026</a:t>
            </a:fld>
            <a:endParaRPr lang="en-US"/>
          </a:p>
        </p:txBody>
      </p:sp>
      <p:sp>
        <p:nvSpPr>
          <p:cNvPr id="5" name="Footer Placeholder 4">
            <a:extLst>
              <a:ext uri="{FF2B5EF4-FFF2-40B4-BE49-F238E27FC236}">
                <a16:creationId xmlns:a16="http://schemas.microsoft.com/office/drawing/2014/main" id="{0E2AAB50-F6B5-0D4F-9BC9-B368844F95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653CB-DD28-8E7B-297F-4AD97730CAA2}"/>
              </a:ext>
            </a:extLst>
          </p:cNvPr>
          <p:cNvSpPr>
            <a:spLocks noGrp="1"/>
          </p:cNvSpPr>
          <p:nvPr>
            <p:ph type="sldNum" sz="quarter" idx="12"/>
          </p:nvPr>
        </p:nvSpPr>
        <p:spPr/>
        <p:txBody>
          <a:bodyPr/>
          <a:lstStyle/>
          <a:p>
            <a:fld id="{2CC65349-3AB1-1C40-8624-AB16DD4E9959}" type="slidenum">
              <a:rPr lang="en-US" smtClean="0"/>
              <a:t>‹#›</a:t>
            </a:fld>
            <a:endParaRPr lang="en-US"/>
          </a:p>
        </p:txBody>
      </p:sp>
    </p:spTree>
    <p:extLst>
      <p:ext uri="{BB962C8B-B14F-4D97-AF65-F5344CB8AC3E}">
        <p14:creationId xmlns:p14="http://schemas.microsoft.com/office/powerpoint/2010/main" val="3078501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062695-1832-ECAC-ED33-AC20B24446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B049233-15F1-F3DC-0203-1A70E1BD44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E4180D-7C00-6F5B-8EDB-32E399F74F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980CF6-FB69-4149-8489-57C3513216F3}" type="datetimeFigureOut">
              <a:rPr lang="en-US" smtClean="0"/>
              <a:t>3/7/2026</a:t>
            </a:fld>
            <a:endParaRPr lang="en-US"/>
          </a:p>
        </p:txBody>
      </p:sp>
      <p:sp>
        <p:nvSpPr>
          <p:cNvPr id="5" name="Footer Placeholder 4">
            <a:extLst>
              <a:ext uri="{FF2B5EF4-FFF2-40B4-BE49-F238E27FC236}">
                <a16:creationId xmlns:a16="http://schemas.microsoft.com/office/drawing/2014/main" id="{4D55C43A-BA39-A375-E5DE-BF8103E86B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81C597E-13C8-9226-3AA0-36DBF59CBF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C65349-3AB1-1C40-8624-AB16DD4E9959}" type="slidenum">
              <a:rPr lang="en-US" smtClean="0"/>
              <a:t>‹#›</a:t>
            </a:fld>
            <a:endParaRPr lang="en-US"/>
          </a:p>
        </p:txBody>
      </p:sp>
    </p:spTree>
    <p:extLst>
      <p:ext uri="{BB962C8B-B14F-4D97-AF65-F5344CB8AC3E}">
        <p14:creationId xmlns:p14="http://schemas.microsoft.com/office/powerpoint/2010/main" val="1395385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3;p17">
            <a:extLst>
              <a:ext uri="{FF2B5EF4-FFF2-40B4-BE49-F238E27FC236}">
                <a16:creationId xmlns:a16="http://schemas.microsoft.com/office/drawing/2014/main" id="{83383FE4-D44B-1966-3C01-316EFCD4B06B}"/>
              </a:ext>
            </a:extLst>
          </p:cNvPr>
          <p:cNvSpPr txBox="1">
            <a:spLocks/>
          </p:cNvSpPr>
          <p:nvPr/>
        </p:nvSpPr>
        <p:spPr>
          <a:xfrm>
            <a:off x="871409" y="4562069"/>
            <a:ext cx="4047916" cy="210075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200"/>
              </a:spcAft>
            </a:pPr>
            <a:r>
              <a:rPr lang="en" sz="1400" b="1" u="sng" dirty="0"/>
              <a:t>Fix: </a:t>
            </a:r>
          </a:p>
          <a:p>
            <a:pPr algn="l">
              <a:spcAft>
                <a:spcPts val="1200"/>
              </a:spcAft>
            </a:pPr>
            <a:r>
              <a:rPr lang="en" sz="1000" u="sng" dirty="0"/>
              <a:t>The error was that it was part of the main loop, which means that instead of happening at the end of the match, the clanker was already winning due to player_score not being equal to GAMEROUNDS and the else statement in line 135 was already being triggered. </a:t>
            </a:r>
          </a:p>
          <a:p>
            <a:pPr algn="l">
              <a:spcAft>
                <a:spcPts val="1200"/>
              </a:spcAft>
            </a:pPr>
            <a:r>
              <a:rPr lang="en" sz="1000" u="sng" dirty="0"/>
              <a:t>The fix was an indentation error that vs code didn’t detect, and was just a visual bug, the fix was to move lines 133-136 to the second indentation closest to the margin</a:t>
            </a:r>
            <a:endParaRPr lang="en" sz="1000" dirty="0"/>
          </a:p>
        </p:txBody>
      </p:sp>
      <p:graphicFrame>
        <p:nvGraphicFramePr>
          <p:cNvPr id="5" name="Table 4">
            <a:extLst>
              <a:ext uri="{FF2B5EF4-FFF2-40B4-BE49-F238E27FC236}">
                <a16:creationId xmlns:a16="http://schemas.microsoft.com/office/drawing/2014/main" id="{51AD6571-798E-7B1E-4416-86BF1173DDB6}"/>
              </a:ext>
            </a:extLst>
          </p:cNvPr>
          <p:cNvGraphicFramePr>
            <a:graphicFrameLocks noGrp="1"/>
          </p:cNvGraphicFramePr>
          <p:nvPr>
            <p:extLst>
              <p:ext uri="{D42A27DB-BD31-4B8C-83A1-F6EECF244321}">
                <p14:modId xmlns:p14="http://schemas.microsoft.com/office/powerpoint/2010/main" val="2042130811"/>
              </p:ext>
            </p:extLst>
          </p:nvPr>
        </p:nvGraphicFramePr>
        <p:xfrm>
          <a:off x="924882" y="1769608"/>
          <a:ext cx="9423450" cy="2443583"/>
        </p:xfrm>
        <a:graphic>
          <a:graphicData uri="http://schemas.openxmlformats.org/drawingml/2006/table">
            <a:tbl>
              <a:tblPr firstRow="1" bandRow="1"/>
              <a:tblGrid>
                <a:gridCol w="4711725">
                  <a:extLst>
                    <a:ext uri="{9D8B030D-6E8A-4147-A177-3AD203B41FA5}">
                      <a16:colId xmlns:a16="http://schemas.microsoft.com/office/drawing/2014/main" val="4250991092"/>
                    </a:ext>
                  </a:extLst>
                </a:gridCol>
                <a:gridCol w="4711725">
                  <a:extLst>
                    <a:ext uri="{9D8B030D-6E8A-4147-A177-3AD203B41FA5}">
                      <a16:colId xmlns:a16="http://schemas.microsoft.com/office/drawing/2014/main" val="4032479597"/>
                    </a:ext>
                  </a:extLst>
                </a:gridCol>
              </a:tblGrid>
              <a:tr h="400506">
                <a:tc>
                  <a:txBody>
                    <a:bodyPr/>
                    <a:lstStyle/>
                    <a:p>
                      <a:r>
                        <a:rPr lang="en-GB"/>
                        <a:t>Error </a:t>
                      </a:r>
                    </a:p>
                  </a:txBody>
                  <a:tcPr/>
                </a:tc>
                <a:tc>
                  <a:txBody>
                    <a:bodyPr/>
                    <a:lstStyle/>
                    <a:p>
                      <a:r>
                        <a:rPr lang="en-GB" dirty="0"/>
                        <a:t>Code (Broken)</a:t>
                      </a:r>
                    </a:p>
                  </a:txBody>
                  <a:tcPr/>
                </a:tc>
                <a:extLst>
                  <a:ext uri="{0D108BD9-81ED-4DB2-BD59-A6C34878D82A}">
                    <a16:rowId xmlns:a16="http://schemas.microsoft.com/office/drawing/2014/main" val="1790001767"/>
                  </a:ext>
                </a:extLst>
              </a:tr>
              <a:tr h="2043077">
                <a:tc>
                  <a:txBody>
                    <a:bodyPr/>
                    <a:lstStyle/>
                    <a:p>
                      <a:pPr marL="171450" lvl="0" indent="-171450">
                        <a:buFont typeface="Arial"/>
                        <a:buChar char="•"/>
                      </a:pPr>
                      <a:endParaRPr lang="en-GB" sz="1050" dirty="0"/>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r>
                        <a:rPr lang="en-GB" sz="1050" b="0" i="0" u="none" strike="noStrike" noProof="0" dirty="0">
                          <a:latin typeface="Arial"/>
                          <a:cs typeface="Arial"/>
                        </a:rPr>
                        <a:t>- I already knew that it was part of the </a:t>
                      </a:r>
                      <a:r>
                        <a:rPr lang="en-GB" sz="1050" b="0" i="0" u="none" strike="noStrike" noProof="0" dirty="0" err="1">
                          <a:latin typeface="Arial"/>
                          <a:cs typeface="Arial"/>
                        </a:rPr>
                        <a:t>rps_game</a:t>
                      </a:r>
                      <a:r>
                        <a:rPr lang="en-GB" sz="1050" b="0" i="0" u="none" strike="noStrike" noProof="0" dirty="0">
                          <a:latin typeface="Arial"/>
                          <a:cs typeface="Arial"/>
                        </a:rPr>
                        <a:t>() function as I only tested out </a:t>
                      </a:r>
                      <a:r>
                        <a:rPr lang="en-GB" sz="1050" b="0" i="0" u="none" strike="noStrike" noProof="0" dirty="0" err="1">
                          <a:latin typeface="Arial"/>
                          <a:cs typeface="Arial"/>
                        </a:rPr>
                        <a:t>rps_function</a:t>
                      </a:r>
                      <a:r>
                        <a:rPr lang="en-GB" sz="1050" b="0" i="0" u="none" strike="noStrike" noProof="0" dirty="0">
                          <a:latin typeface="Arial"/>
                          <a:cs typeface="Arial"/>
                        </a:rPr>
                        <a:t>() on its own due to not starting the main loop yet </a:t>
                      </a:r>
                    </a:p>
                    <a:p>
                      <a:pPr marL="171450" lvl="0" indent="-171450" algn="l">
                        <a:lnSpc>
                          <a:spcPct val="100000"/>
                        </a:lnSpc>
                        <a:spcBef>
                          <a:spcPts val="0"/>
                        </a:spcBef>
                        <a:spcAft>
                          <a:spcPts val="0"/>
                        </a:spcAft>
                        <a:buFontTx/>
                        <a:buChar char="-"/>
                      </a:pPr>
                      <a:r>
                        <a:rPr lang="en-GB" sz="1050" b="0" i="0" u="none" strike="noStrike" noProof="0" dirty="0">
                          <a:latin typeface="Arial"/>
                          <a:cs typeface="Arial"/>
                        </a:rPr>
                        <a:t>Not any problem that vs code is detecting, due to not being a logic or any error</a:t>
                      </a:r>
                    </a:p>
                    <a:p>
                      <a:pPr marL="171450" lvl="0" indent="-171450" algn="l">
                        <a:lnSpc>
                          <a:spcPct val="100000"/>
                        </a:lnSpc>
                        <a:spcBef>
                          <a:spcPts val="0"/>
                        </a:spcBef>
                        <a:spcAft>
                          <a:spcPts val="0"/>
                        </a:spcAft>
                        <a:buFontTx/>
                        <a:buChar char="-"/>
                      </a:pPr>
                      <a:r>
                        <a:rPr lang="en-GB" sz="1050" b="0" i="0" u="none" strike="noStrike" noProof="0" dirty="0">
                          <a:latin typeface="Arial"/>
                          <a:cs typeface="Arial"/>
                        </a:rPr>
                        <a:t>Something to do with lines between 133 and 138</a:t>
                      </a:r>
                    </a:p>
                  </a:txBody>
                  <a:tcPr/>
                </a:tc>
                <a:tc>
                  <a:txBody>
                    <a:bodyPr/>
                    <a:lstStyle/>
                    <a:p>
                      <a:pPr lvl="0">
                        <a:buNone/>
                      </a:pPr>
                      <a:endParaRPr lang="en-GB" dirty="0"/>
                    </a:p>
                  </a:txBody>
                  <a:tcPr/>
                </a:tc>
                <a:extLst>
                  <a:ext uri="{0D108BD9-81ED-4DB2-BD59-A6C34878D82A}">
                    <a16:rowId xmlns:a16="http://schemas.microsoft.com/office/drawing/2014/main" val="3741640431"/>
                  </a:ext>
                </a:extLst>
              </a:tr>
            </a:tbl>
          </a:graphicData>
        </a:graphic>
      </p:graphicFrame>
      <p:sp>
        <p:nvSpPr>
          <p:cNvPr id="6" name="Google Shape;82;p17">
            <a:extLst>
              <a:ext uri="{FF2B5EF4-FFF2-40B4-BE49-F238E27FC236}">
                <a16:creationId xmlns:a16="http://schemas.microsoft.com/office/drawing/2014/main" id="{F27A0D0A-AAFC-51AA-C21A-210395719684}"/>
              </a:ext>
            </a:extLst>
          </p:cNvPr>
          <p:cNvSpPr txBox="1">
            <a:spLocks/>
          </p:cNvSpPr>
          <p:nvPr/>
        </p:nvSpPr>
        <p:spPr>
          <a:xfrm>
            <a:off x="712498" y="723876"/>
            <a:ext cx="8520600" cy="11744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solidFill>
                  <a:schemeClr val="tx1"/>
                </a:solidFill>
              </a:rPr>
              <a:t>Shows that terminalwon even though game hasn’t finished</a:t>
            </a:r>
          </a:p>
        </p:txBody>
      </p:sp>
      <p:sp>
        <p:nvSpPr>
          <p:cNvPr id="7" name="Google Shape;82;p17">
            <a:extLst>
              <a:ext uri="{FF2B5EF4-FFF2-40B4-BE49-F238E27FC236}">
                <a16:creationId xmlns:a16="http://schemas.microsoft.com/office/drawing/2014/main" id="{F493942D-3B6E-F0BB-93E4-9D5B948BA803}"/>
              </a:ext>
            </a:extLst>
          </p:cNvPr>
          <p:cNvSpPr txBox="1">
            <a:spLocks/>
          </p:cNvSpPr>
          <p:nvPr/>
        </p:nvSpPr>
        <p:spPr>
          <a:xfrm>
            <a:off x="9445482" y="594024"/>
            <a:ext cx="3351358" cy="722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n-GB" sz="1400" dirty="0">
                <a:solidFill>
                  <a:schemeClr val="dk2"/>
                </a:solidFill>
              </a:rPr>
              <a:t>Version: 3</a:t>
            </a:r>
          </a:p>
          <a:p>
            <a:pPr>
              <a:buSzPts val="1100"/>
            </a:pPr>
            <a:r>
              <a:rPr lang="en-GB" sz="1400" dirty="0">
                <a:solidFill>
                  <a:schemeClr val="dk2"/>
                </a:solidFill>
              </a:rPr>
              <a:t>Date: 5/03/26</a:t>
            </a:r>
          </a:p>
          <a:p>
            <a:pPr>
              <a:buSzPts val="1100"/>
            </a:pPr>
            <a:r>
              <a:rPr lang="en-GB" sz="1400" dirty="0">
                <a:solidFill>
                  <a:schemeClr val="dk2"/>
                </a:solidFill>
              </a:rPr>
              <a:t>GitHub Commit: 2</a:t>
            </a:r>
            <a:r>
              <a:rPr lang="en-GB" sz="1400" baseline="30000" dirty="0">
                <a:solidFill>
                  <a:schemeClr val="dk2"/>
                </a:solidFill>
              </a:rPr>
              <a:t>nd</a:t>
            </a:r>
            <a:r>
              <a:rPr lang="en-GB" sz="1400" dirty="0">
                <a:solidFill>
                  <a:schemeClr val="dk2"/>
                </a:solidFill>
              </a:rPr>
              <a:t> commit </a:t>
            </a:r>
            <a:endParaRPr lang="en-GB" dirty="0">
              <a:solidFill>
                <a:schemeClr val="dk2"/>
              </a:solidFill>
            </a:endParaRPr>
          </a:p>
        </p:txBody>
      </p:sp>
      <p:pic>
        <p:nvPicPr>
          <p:cNvPr id="3" name="Picture 2">
            <a:extLst>
              <a:ext uri="{FF2B5EF4-FFF2-40B4-BE49-F238E27FC236}">
                <a16:creationId xmlns:a16="http://schemas.microsoft.com/office/drawing/2014/main" id="{CF1CF130-DE0F-768A-6D1C-9C3F5F5CEDD1}"/>
              </a:ext>
            </a:extLst>
          </p:cNvPr>
          <p:cNvPicPr>
            <a:picLocks noChangeAspect="1"/>
          </p:cNvPicPr>
          <p:nvPr/>
        </p:nvPicPr>
        <p:blipFill>
          <a:blip r:embed="rId2"/>
          <a:stretch>
            <a:fillRect/>
          </a:stretch>
        </p:blipFill>
        <p:spPr>
          <a:xfrm>
            <a:off x="1053219" y="2247193"/>
            <a:ext cx="4278603" cy="792736"/>
          </a:xfrm>
          <a:prstGeom prst="rect">
            <a:avLst/>
          </a:prstGeom>
        </p:spPr>
      </p:pic>
      <p:pic>
        <p:nvPicPr>
          <p:cNvPr id="11" name="Picture 10">
            <a:extLst>
              <a:ext uri="{FF2B5EF4-FFF2-40B4-BE49-F238E27FC236}">
                <a16:creationId xmlns:a16="http://schemas.microsoft.com/office/drawing/2014/main" id="{EABB9A0B-AF4B-5A9F-498C-A75AE60963DB}"/>
              </a:ext>
            </a:extLst>
          </p:cNvPr>
          <p:cNvPicPr>
            <a:picLocks noChangeAspect="1"/>
          </p:cNvPicPr>
          <p:nvPr/>
        </p:nvPicPr>
        <p:blipFill>
          <a:blip r:embed="rId3"/>
          <a:stretch>
            <a:fillRect/>
          </a:stretch>
        </p:blipFill>
        <p:spPr>
          <a:xfrm>
            <a:off x="5801894" y="2266898"/>
            <a:ext cx="3146283" cy="1926588"/>
          </a:xfrm>
          <a:prstGeom prst="rect">
            <a:avLst/>
          </a:prstGeom>
        </p:spPr>
      </p:pic>
      <p:pic>
        <p:nvPicPr>
          <p:cNvPr id="13" name="Picture 12">
            <a:extLst>
              <a:ext uri="{FF2B5EF4-FFF2-40B4-BE49-F238E27FC236}">
                <a16:creationId xmlns:a16="http://schemas.microsoft.com/office/drawing/2014/main" id="{EB7BFAC6-75F7-2C48-D2E7-6E87D3076683}"/>
              </a:ext>
            </a:extLst>
          </p:cNvPr>
          <p:cNvPicPr>
            <a:picLocks noChangeAspect="1"/>
          </p:cNvPicPr>
          <p:nvPr/>
        </p:nvPicPr>
        <p:blipFill>
          <a:blip r:embed="rId4"/>
          <a:stretch>
            <a:fillRect/>
          </a:stretch>
        </p:blipFill>
        <p:spPr>
          <a:xfrm>
            <a:off x="5395494" y="4666765"/>
            <a:ext cx="5036511" cy="1793780"/>
          </a:xfrm>
          <a:prstGeom prst="rect">
            <a:avLst/>
          </a:prstGeom>
        </p:spPr>
      </p:pic>
    </p:spTree>
    <p:extLst>
      <p:ext uri="{BB962C8B-B14F-4D97-AF65-F5344CB8AC3E}">
        <p14:creationId xmlns:p14="http://schemas.microsoft.com/office/powerpoint/2010/main" val="873315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1DFD7-088E-38DB-4907-76D7BB68F3F3}"/>
            </a:ext>
          </a:extLst>
        </p:cNvPr>
        <p:cNvGrpSpPr/>
        <p:nvPr/>
      </p:nvGrpSpPr>
      <p:grpSpPr>
        <a:xfrm>
          <a:off x="0" y="0"/>
          <a:ext cx="0" cy="0"/>
          <a:chOff x="0" y="0"/>
          <a:chExt cx="0" cy="0"/>
        </a:xfrm>
      </p:grpSpPr>
      <p:sp>
        <p:nvSpPr>
          <p:cNvPr id="4" name="Google Shape;83;p17">
            <a:extLst>
              <a:ext uri="{FF2B5EF4-FFF2-40B4-BE49-F238E27FC236}">
                <a16:creationId xmlns:a16="http://schemas.microsoft.com/office/drawing/2014/main" id="{314D33AD-E59E-1174-4C34-A02F20CD5718}"/>
              </a:ext>
            </a:extLst>
          </p:cNvPr>
          <p:cNvSpPr txBox="1">
            <a:spLocks/>
          </p:cNvSpPr>
          <p:nvPr/>
        </p:nvSpPr>
        <p:spPr>
          <a:xfrm>
            <a:off x="871409" y="4562069"/>
            <a:ext cx="4047916" cy="210075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200"/>
              </a:spcAft>
            </a:pPr>
            <a:r>
              <a:rPr lang="en" sz="1400" b="1" u="sng" dirty="0"/>
              <a:t>Fix: </a:t>
            </a:r>
          </a:p>
          <a:p>
            <a:pPr algn="l">
              <a:spcAft>
                <a:spcPts val="1200"/>
              </a:spcAft>
            </a:pPr>
            <a:r>
              <a:rPr lang="en" sz="1100" u="sng" dirty="0"/>
              <a:t>Since it was an input message the ‘:’ is not required so by removing it fixes the issue</a:t>
            </a:r>
          </a:p>
        </p:txBody>
      </p:sp>
      <p:graphicFrame>
        <p:nvGraphicFramePr>
          <p:cNvPr id="5" name="Table 4">
            <a:extLst>
              <a:ext uri="{FF2B5EF4-FFF2-40B4-BE49-F238E27FC236}">
                <a16:creationId xmlns:a16="http://schemas.microsoft.com/office/drawing/2014/main" id="{A997B669-45A4-5DFB-87A2-E777171528E6}"/>
              </a:ext>
            </a:extLst>
          </p:cNvPr>
          <p:cNvGraphicFramePr>
            <a:graphicFrameLocks noGrp="1"/>
          </p:cNvGraphicFramePr>
          <p:nvPr>
            <p:extLst>
              <p:ext uri="{D42A27DB-BD31-4B8C-83A1-F6EECF244321}">
                <p14:modId xmlns:p14="http://schemas.microsoft.com/office/powerpoint/2010/main" val="3312307499"/>
              </p:ext>
            </p:extLst>
          </p:nvPr>
        </p:nvGraphicFramePr>
        <p:xfrm>
          <a:off x="924882" y="1769608"/>
          <a:ext cx="9423450" cy="2443583"/>
        </p:xfrm>
        <a:graphic>
          <a:graphicData uri="http://schemas.openxmlformats.org/drawingml/2006/table">
            <a:tbl>
              <a:tblPr firstRow="1" bandRow="1"/>
              <a:tblGrid>
                <a:gridCol w="4711725">
                  <a:extLst>
                    <a:ext uri="{9D8B030D-6E8A-4147-A177-3AD203B41FA5}">
                      <a16:colId xmlns:a16="http://schemas.microsoft.com/office/drawing/2014/main" val="4250991092"/>
                    </a:ext>
                  </a:extLst>
                </a:gridCol>
                <a:gridCol w="4711725">
                  <a:extLst>
                    <a:ext uri="{9D8B030D-6E8A-4147-A177-3AD203B41FA5}">
                      <a16:colId xmlns:a16="http://schemas.microsoft.com/office/drawing/2014/main" val="4032479597"/>
                    </a:ext>
                  </a:extLst>
                </a:gridCol>
              </a:tblGrid>
              <a:tr h="400506">
                <a:tc>
                  <a:txBody>
                    <a:bodyPr/>
                    <a:lstStyle/>
                    <a:p>
                      <a:r>
                        <a:rPr lang="en-GB"/>
                        <a:t>Error </a:t>
                      </a:r>
                    </a:p>
                  </a:txBody>
                  <a:tcPr/>
                </a:tc>
                <a:tc>
                  <a:txBody>
                    <a:bodyPr/>
                    <a:lstStyle/>
                    <a:p>
                      <a:r>
                        <a:rPr lang="en-GB" dirty="0"/>
                        <a:t>Code (Broken)</a:t>
                      </a:r>
                    </a:p>
                  </a:txBody>
                  <a:tcPr/>
                </a:tc>
                <a:extLst>
                  <a:ext uri="{0D108BD9-81ED-4DB2-BD59-A6C34878D82A}">
                    <a16:rowId xmlns:a16="http://schemas.microsoft.com/office/drawing/2014/main" val="1790001767"/>
                  </a:ext>
                </a:extLst>
              </a:tr>
              <a:tr h="2043077">
                <a:tc>
                  <a:txBody>
                    <a:bodyPr/>
                    <a:lstStyle/>
                    <a:p>
                      <a:pPr marL="171450" lvl="0" indent="-171450">
                        <a:buFont typeface="Arial"/>
                        <a:buChar char="•"/>
                      </a:pPr>
                      <a:endParaRPr lang="en-GB" sz="1050" dirty="0"/>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r>
                        <a:rPr lang="en-GB" sz="1050" b="0" i="0" u="none" strike="noStrike" noProof="0" dirty="0">
                          <a:latin typeface="Arial"/>
                          <a:cs typeface="Arial"/>
                        </a:rPr>
                        <a:t>Not visible(not error))</a:t>
                      </a:r>
                    </a:p>
                    <a:p>
                      <a:pPr lvl="0" algn="l">
                        <a:lnSpc>
                          <a:spcPct val="100000"/>
                        </a:lnSpc>
                        <a:spcBef>
                          <a:spcPts val="0"/>
                        </a:spcBef>
                        <a:spcAft>
                          <a:spcPts val="0"/>
                        </a:spcAft>
                        <a:buNone/>
                      </a:pPr>
                      <a:r>
                        <a:rPr lang="en-GB" sz="1050" b="0" i="0" u="none" strike="noStrike" noProof="0" dirty="0">
                          <a:latin typeface="Arial"/>
                          <a:cs typeface="Arial"/>
                        </a:rPr>
                        <a:t>The error is invalid syntax due to it being an input message and not a print message</a:t>
                      </a:r>
                    </a:p>
                  </a:txBody>
                  <a:tcPr/>
                </a:tc>
                <a:tc>
                  <a:txBody>
                    <a:bodyPr/>
                    <a:lstStyle/>
                    <a:p>
                      <a:pPr lvl="0">
                        <a:buNone/>
                      </a:pPr>
                      <a:endParaRPr lang="en-GB" dirty="0"/>
                    </a:p>
                  </a:txBody>
                  <a:tcPr/>
                </a:tc>
                <a:extLst>
                  <a:ext uri="{0D108BD9-81ED-4DB2-BD59-A6C34878D82A}">
                    <a16:rowId xmlns:a16="http://schemas.microsoft.com/office/drawing/2014/main" val="3741640431"/>
                  </a:ext>
                </a:extLst>
              </a:tr>
            </a:tbl>
          </a:graphicData>
        </a:graphic>
      </p:graphicFrame>
      <p:sp>
        <p:nvSpPr>
          <p:cNvPr id="6" name="Google Shape;82;p17">
            <a:extLst>
              <a:ext uri="{FF2B5EF4-FFF2-40B4-BE49-F238E27FC236}">
                <a16:creationId xmlns:a16="http://schemas.microsoft.com/office/drawing/2014/main" id="{C14B39B2-0D16-85AF-BCEF-92EE6091C3D7}"/>
              </a:ext>
            </a:extLst>
          </p:cNvPr>
          <p:cNvSpPr txBox="1">
            <a:spLocks/>
          </p:cNvSpPr>
          <p:nvPr/>
        </p:nvSpPr>
        <p:spPr>
          <a:xfrm>
            <a:off x="712498" y="723876"/>
            <a:ext cx="8520600" cy="11744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solidFill>
                  <a:schemeClr val="tx1"/>
                </a:solidFill>
              </a:rPr>
              <a:t>Invalid syntax</a:t>
            </a:r>
          </a:p>
        </p:txBody>
      </p:sp>
      <p:sp>
        <p:nvSpPr>
          <p:cNvPr id="7" name="Google Shape;82;p17">
            <a:extLst>
              <a:ext uri="{FF2B5EF4-FFF2-40B4-BE49-F238E27FC236}">
                <a16:creationId xmlns:a16="http://schemas.microsoft.com/office/drawing/2014/main" id="{3E1717B8-BED9-EE9B-04A7-71A3B6C475CB}"/>
              </a:ext>
            </a:extLst>
          </p:cNvPr>
          <p:cNvSpPr txBox="1">
            <a:spLocks/>
          </p:cNvSpPr>
          <p:nvPr/>
        </p:nvSpPr>
        <p:spPr>
          <a:xfrm>
            <a:off x="9445482" y="594024"/>
            <a:ext cx="3351358" cy="722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n-GB" sz="1400" dirty="0">
                <a:solidFill>
                  <a:schemeClr val="dk2"/>
                </a:solidFill>
              </a:rPr>
              <a:t>Version: 5</a:t>
            </a:r>
          </a:p>
          <a:p>
            <a:pPr>
              <a:buSzPts val="1100"/>
            </a:pPr>
            <a:r>
              <a:rPr lang="en-GB" sz="1400" dirty="0">
                <a:solidFill>
                  <a:schemeClr val="dk2"/>
                </a:solidFill>
              </a:rPr>
              <a:t>Date: 5/03/26</a:t>
            </a:r>
          </a:p>
          <a:p>
            <a:pPr>
              <a:buSzPts val="1100"/>
            </a:pPr>
            <a:r>
              <a:rPr lang="en-GB" sz="1400" dirty="0">
                <a:solidFill>
                  <a:schemeClr val="dk2"/>
                </a:solidFill>
              </a:rPr>
              <a:t>GitHub Commit: after 2</a:t>
            </a:r>
            <a:r>
              <a:rPr lang="en-GB" sz="1400" baseline="30000" dirty="0">
                <a:solidFill>
                  <a:schemeClr val="dk2"/>
                </a:solidFill>
              </a:rPr>
              <a:t>nd</a:t>
            </a:r>
            <a:r>
              <a:rPr lang="en-GB" sz="1400" dirty="0">
                <a:solidFill>
                  <a:schemeClr val="dk2"/>
                </a:solidFill>
              </a:rPr>
              <a:t> commit</a:t>
            </a:r>
            <a:endParaRPr lang="en-GB" dirty="0">
              <a:solidFill>
                <a:schemeClr val="dk2"/>
              </a:solidFill>
            </a:endParaRPr>
          </a:p>
        </p:txBody>
      </p:sp>
      <p:pic>
        <p:nvPicPr>
          <p:cNvPr id="8" name="Picture 7">
            <a:extLst>
              <a:ext uri="{FF2B5EF4-FFF2-40B4-BE49-F238E27FC236}">
                <a16:creationId xmlns:a16="http://schemas.microsoft.com/office/drawing/2014/main" id="{403AAA9B-8DAD-18B9-3B1C-042940C4C3EF}"/>
              </a:ext>
            </a:extLst>
          </p:cNvPr>
          <p:cNvPicPr>
            <a:picLocks noChangeAspect="1"/>
          </p:cNvPicPr>
          <p:nvPr/>
        </p:nvPicPr>
        <p:blipFill>
          <a:blip r:embed="rId2"/>
          <a:stretch>
            <a:fillRect/>
          </a:stretch>
        </p:blipFill>
        <p:spPr>
          <a:xfrm>
            <a:off x="1112254" y="2314069"/>
            <a:ext cx="4047958" cy="286099"/>
          </a:xfrm>
          <a:prstGeom prst="rect">
            <a:avLst/>
          </a:prstGeom>
        </p:spPr>
      </p:pic>
      <p:pic>
        <p:nvPicPr>
          <p:cNvPr id="10" name="Picture 9">
            <a:extLst>
              <a:ext uri="{FF2B5EF4-FFF2-40B4-BE49-F238E27FC236}">
                <a16:creationId xmlns:a16="http://schemas.microsoft.com/office/drawing/2014/main" id="{67471FDA-5FDB-897A-8DCC-53831A957006}"/>
              </a:ext>
            </a:extLst>
          </p:cNvPr>
          <p:cNvPicPr>
            <a:picLocks noChangeAspect="1"/>
          </p:cNvPicPr>
          <p:nvPr/>
        </p:nvPicPr>
        <p:blipFill>
          <a:blip r:embed="rId3"/>
          <a:stretch>
            <a:fillRect/>
          </a:stretch>
        </p:blipFill>
        <p:spPr>
          <a:xfrm>
            <a:off x="5812590" y="2258207"/>
            <a:ext cx="4481095" cy="187363"/>
          </a:xfrm>
          <a:prstGeom prst="rect">
            <a:avLst/>
          </a:prstGeom>
        </p:spPr>
      </p:pic>
      <p:pic>
        <p:nvPicPr>
          <p:cNvPr id="14" name="Picture 13">
            <a:extLst>
              <a:ext uri="{FF2B5EF4-FFF2-40B4-BE49-F238E27FC236}">
                <a16:creationId xmlns:a16="http://schemas.microsoft.com/office/drawing/2014/main" id="{4BB19BB6-36A0-286A-C50C-357E51EE216C}"/>
              </a:ext>
            </a:extLst>
          </p:cNvPr>
          <p:cNvPicPr>
            <a:picLocks noChangeAspect="1"/>
          </p:cNvPicPr>
          <p:nvPr/>
        </p:nvPicPr>
        <p:blipFill>
          <a:blip r:embed="rId4"/>
          <a:stretch>
            <a:fillRect/>
          </a:stretch>
        </p:blipFill>
        <p:spPr>
          <a:xfrm>
            <a:off x="4296911" y="5800495"/>
            <a:ext cx="6963473" cy="381063"/>
          </a:xfrm>
          <a:prstGeom prst="rect">
            <a:avLst/>
          </a:prstGeom>
        </p:spPr>
      </p:pic>
    </p:spTree>
    <p:extLst>
      <p:ext uri="{BB962C8B-B14F-4D97-AF65-F5344CB8AC3E}">
        <p14:creationId xmlns:p14="http://schemas.microsoft.com/office/powerpoint/2010/main" val="3940541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4E911-43AE-AC67-48EC-C535BC69D384}"/>
            </a:ext>
          </a:extLst>
        </p:cNvPr>
        <p:cNvGrpSpPr/>
        <p:nvPr/>
      </p:nvGrpSpPr>
      <p:grpSpPr>
        <a:xfrm>
          <a:off x="0" y="0"/>
          <a:ext cx="0" cy="0"/>
          <a:chOff x="0" y="0"/>
          <a:chExt cx="0" cy="0"/>
        </a:xfrm>
      </p:grpSpPr>
      <p:sp>
        <p:nvSpPr>
          <p:cNvPr id="4" name="Google Shape;83;p17">
            <a:extLst>
              <a:ext uri="{FF2B5EF4-FFF2-40B4-BE49-F238E27FC236}">
                <a16:creationId xmlns:a16="http://schemas.microsoft.com/office/drawing/2014/main" id="{23F85F48-CA2C-5C93-325C-93016310418F}"/>
              </a:ext>
            </a:extLst>
          </p:cNvPr>
          <p:cNvSpPr txBox="1">
            <a:spLocks/>
          </p:cNvSpPr>
          <p:nvPr/>
        </p:nvSpPr>
        <p:spPr>
          <a:xfrm>
            <a:off x="871409" y="4562069"/>
            <a:ext cx="4047916" cy="210075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200"/>
              </a:spcAft>
            </a:pPr>
            <a:r>
              <a:rPr lang="en" sz="1400" b="1" u="sng" dirty="0"/>
              <a:t>Fix: </a:t>
            </a:r>
          </a:p>
          <a:p>
            <a:pPr algn="l">
              <a:spcAft>
                <a:spcPts val="1200"/>
              </a:spcAft>
            </a:pPr>
            <a:r>
              <a:rPr lang="en" sz="1100" u="sng" dirty="0"/>
              <a:t>Since I changed the name of the variable “player_score” the logic gets confused. Changed the name of the player_score variable to terminal_gamer_score since it was the actual variable name</a:t>
            </a:r>
          </a:p>
        </p:txBody>
      </p:sp>
      <p:graphicFrame>
        <p:nvGraphicFramePr>
          <p:cNvPr id="5" name="Table 4">
            <a:extLst>
              <a:ext uri="{FF2B5EF4-FFF2-40B4-BE49-F238E27FC236}">
                <a16:creationId xmlns:a16="http://schemas.microsoft.com/office/drawing/2014/main" id="{71FEADBE-BE90-CCFB-BA6C-6A80B7250C7D}"/>
              </a:ext>
            </a:extLst>
          </p:cNvPr>
          <p:cNvGraphicFramePr>
            <a:graphicFrameLocks noGrp="1"/>
          </p:cNvGraphicFramePr>
          <p:nvPr>
            <p:extLst>
              <p:ext uri="{D42A27DB-BD31-4B8C-83A1-F6EECF244321}">
                <p14:modId xmlns:p14="http://schemas.microsoft.com/office/powerpoint/2010/main" val="105602029"/>
              </p:ext>
            </p:extLst>
          </p:nvPr>
        </p:nvGraphicFramePr>
        <p:xfrm>
          <a:off x="924882" y="1769608"/>
          <a:ext cx="9423450" cy="2443583"/>
        </p:xfrm>
        <a:graphic>
          <a:graphicData uri="http://schemas.openxmlformats.org/drawingml/2006/table">
            <a:tbl>
              <a:tblPr firstRow="1" bandRow="1"/>
              <a:tblGrid>
                <a:gridCol w="4711725">
                  <a:extLst>
                    <a:ext uri="{9D8B030D-6E8A-4147-A177-3AD203B41FA5}">
                      <a16:colId xmlns:a16="http://schemas.microsoft.com/office/drawing/2014/main" val="4250991092"/>
                    </a:ext>
                  </a:extLst>
                </a:gridCol>
                <a:gridCol w="4711725">
                  <a:extLst>
                    <a:ext uri="{9D8B030D-6E8A-4147-A177-3AD203B41FA5}">
                      <a16:colId xmlns:a16="http://schemas.microsoft.com/office/drawing/2014/main" val="4032479597"/>
                    </a:ext>
                  </a:extLst>
                </a:gridCol>
              </a:tblGrid>
              <a:tr h="400506">
                <a:tc>
                  <a:txBody>
                    <a:bodyPr/>
                    <a:lstStyle/>
                    <a:p>
                      <a:r>
                        <a:rPr lang="en-GB"/>
                        <a:t>Error </a:t>
                      </a:r>
                    </a:p>
                  </a:txBody>
                  <a:tcPr/>
                </a:tc>
                <a:tc>
                  <a:txBody>
                    <a:bodyPr/>
                    <a:lstStyle/>
                    <a:p>
                      <a:r>
                        <a:rPr lang="en-GB" dirty="0"/>
                        <a:t>Code (Broken)</a:t>
                      </a:r>
                    </a:p>
                  </a:txBody>
                  <a:tcPr/>
                </a:tc>
                <a:extLst>
                  <a:ext uri="{0D108BD9-81ED-4DB2-BD59-A6C34878D82A}">
                    <a16:rowId xmlns:a16="http://schemas.microsoft.com/office/drawing/2014/main" val="1790001767"/>
                  </a:ext>
                </a:extLst>
              </a:tr>
              <a:tr h="2043077">
                <a:tc>
                  <a:txBody>
                    <a:bodyPr/>
                    <a:lstStyle/>
                    <a:p>
                      <a:pPr marL="171450" lvl="0" indent="-171450">
                        <a:buFont typeface="Arial"/>
                        <a:buChar char="•"/>
                      </a:pPr>
                      <a:endParaRPr lang="en-GB" sz="1050" dirty="0"/>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r>
                        <a:rPr lang="en-GB" sz="1050" b="0" i="0" u="none" strike="noStrike" noProof="0" dirty="0">
                          <a:latin typeface="Arial"/>
                          <a:cs typeface="Arial"/>
                        </a:rPr>
                        <a:t>Unbound local error: cannot access local variable ‘</a:t>
                      </a:r>
                      <a:r>
                        <a:rPr lang="en-GB" sz="1050" b="0" i="0" u="none" strike="noStrike" noProof="0" dirty="0" err="1">
                          <a:latin typeface="Arial"/>
                          <a:cs typeface="Arial"/>
                        </a:rPr>
                        <a:t>player_score</a:t>
                      </a:r>
                      <a:r>
                        <a:rPr lang="en-GB" sz="1050" b="0" i="0" u="none" strike="noStrike" noProof="0" dirty="0">
                          <a:latin typeface="Arial"/>
                          <a:cs typeface="Arial"/>
                        </a:rPr>
                        <a:t>’ where it is not associated with a value</a:t>
                      </a:r>
                    </a:p>
                  </a:txBody>
                  <a:tcPr/>
                </a:tc>
                <a:tc>
                  <a:txBody>
                    <a:bodyPr/>
                    <a:lstStyle/>
                    <a:p>
                      <a:pPr lvl="0">
                        <a:buNone/>
                      </a:pPr>
                      <a:endParaRPr lang="en-GB" dirty="0"/>
                    </a:p>
                  </a:txBody>
                  <a:tcPr/>
                </a:tc>
                <a:extLst>
                  <a:ext uri="{0D108BD9-81ED-4DB2-BD59-A6C34878D82A}">
                    <a16:rowId xmlns:a16="http://schemas.microsoft.com/office/drawing/2014/main" val="3741640431"/>
                  </a:ext>
                </a:extLst>
              </a:tr>
            </a:tbl>
          </a:graphicData>
        </a:graphic>
      </p:graphicFrame>
      <p:sp>
        <p:nvSpPr>
          <p:cNvPr id="6" name="Google Shape;82;p17">
            <a:extLst>
              <a:ext uri="{FF2B5EF4-FFF2-40B4-BE49-F238E27FC236}">
                <a16:creationId xmlns:a16="http://schemas.microsoft.com/office/drawing/2014/main" id="{CD370BFE-1176-8803-918B-968E86C27EE2}"/>
              </a:ext>
            </a:extLst>
          </p:cNvPr>
          <p:cNvSpPr txBox="1">
            <a:spLocks/>
          </p:cNvSpPr>
          <p:nvPr/>
        </p:nvSpPr>
        <p:spPr>
          <a:xfrm>
            <a:off x="712498" y="723876"/>
            <a:ext cx="8520600" cy="11744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solidFill>
                  <a:schemeClr val="tx1"/>
                </a:solidFill>
              </a:rPr>
              <a:t>Variable issue</a:t>
            </a:r>
          </a:p>
        </p:txBody>
      </p:sp>
      <p:sp>
        <p:nvSpPr>
          <p:cNvPr id="7" name="Google Shape;82;p17">
            <a:extLst>
              <a:ext uri="{FF2B5EF4-FFF2-40B4-BE49-F238E27FC236}">
                <a16:creationId xmlns:a16="http://schemas.microsoft.com/office/drawing/2014/main" id="{3E1F42D9-8924-0F0E-9286-8FBB414177B5}"/>
              </a:ext>
            </a:extLst>
          </p:cNvPr>
          <p:cNvSpPr txBox="1">
            <a:spLocks/>
          </p:cNvSpPr>
          <p:nvPr/>
        </p:nvSpPr>
        <p:spPr>
          <a:xfrm>
            <a:off x="9445482" y="594024"/>
            <a:ext cx="3351358" cy="722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n-GB" sz="1400" dirty="0">
                <a:solidFill>
                  <a:schemeClr val="dk2"/>
                </a:solidFill>
              </a:rPr>
              <a:t>Version: </a:t>
            </a:r>
          </a:p>
          <a:p>
            <a:pPr>
              <a:buSzPts val="1100"/>
            </a:pPr>
            <a:r>
              <a:rPr lang="en-GB" sz="1400" dirty="0">
                <a:solidFill>
                  <a:schemeClr val="dk2"/>
                </a:solidFill>
              </a:rPr>
              <a:t>Date: 6/03/26</a:t>
            </a:r>
          </a:p>
          <a:p>
            <a:pPr>
              <a:buSzPts val="1100"/>
            </a:pPr>
            <a:r>
              <a:rPr lang="en-GB" sz="1400" dirty="0">
                <a:solidFill>
                  <a:schemeClr val="dk2"/>
                </a:solidFill>
              </a:rPr>
              <a:t>GitHub Commit: </a:t>
            </a:r>
            <a:r>
              <a:rPr lang="en-GB" sz="1400">
                <a:solidFill>
                  <a:schemeClr val="dk2"/>
                </a:solidFill>
              </a:rPr>
              <a:t>after 4</a:t>
            </a:r>
            <a:r>
              <a:rPr lang="en-GB" sz="1400" baseline="30000">
                <a:solidFill>
                  <a:schemeClr val="dk2"/>
                </a:solidFill>
              </a:rPr>
              <a:t>th</a:t>
            </a:r>
            <a:r>
              <a:rPr lang="en-GB" sz="1400">
                <a:solidFill>
                  <a:schemeClr val="dk2"/>
                </a:solidFill>
              </a:rPr>
              <a:t> </a:t>
            </a:r>
            <a:r>
              <a:rPr lang="en-GB" sz="1400" dirty="0">
                <a:solidFill>
                  <a:schemeClr val="dk2"/>
                </a:solidFill>
              </a:rPr>
              <a:t>commit</a:t>
            </a:r>
            <a:endParaRPr lang="en-GB" dirty="0">
              <a:solidFill>
                <a:schemeClr val="dk2"/>
              </a:solidFill>
            </a:endParaRPr>
          </a:p>
        </p:txBody>
      </p:sp>
      <p:pic>
        <p:nvPicPr>
          <p:cNvPr id="3" name="Picture 2">
            <a:extLst>
              <a:ext uri="{FF2B5EF4-FFF2-40B4-BE49-F238E27FC236}">
                <a16:creationId xmlns:a16="http://schemas.microsoft.com/office/drawing/2014/main" id="{FD4C2E28-707A-698F-A114-E7D58E03AF77}"/>
              </a:ext>
            </a:extLst>
          </p:cNvPr>
          <p:cNvPicPr>
            <a:picLocks noChangeAspect="1"/>
          </p:cNvPicPr>
          <p:nvPr/>
        </p:nvPicPr>
        <p:blipFill>
          <a:blip r:embed="rId2"/>
          <a:stretch>
            <a:fillRect/>
          </a:stretch>
        </p:blipFill>
        <p:spPr>
          <a:xfrm>
            <a:off x="1240335" y="2258207"/>
            <a:ext cx="3732463" cy="516136"/>
          </a:xfrm>
          <a:prstGeom prst="rect">
            <a:avLst/>
          </a:prstGeom>
        </p:spPr>
      </p:pic>
      <p:pic>
        <p:nvPicPr>
          <p:cNvPr id="9" name="Picture 8">
            <a:extLst>
              <a:ext uri="{FF2B5EF4-FFF2-40B4-BE49-F238E27FC236}">
                <a16:creationId xmlns:a16="http://schemas.microsoft.com/office/drawing/2014/main" id="{BEF87230-263C-DDD1-AC9B-CDACCD09B775}"/>
              </a:ext>
            </a:extLst>
          </p:cNvPr>
          <p:cNvPicPr>
            <a:picLocks noChangeAspect="1"/>
          </p:cNvPicPr>
          <p:nvPr/>
        </p:nvPicPr>
        <p:blipFill>
          <a:blip r:embed="rId2"/>
          <a:stretch>
            <a:fillRect/>
          </a:stretch>
        </p:blipFill>
        <p:spPr>
          <a:xfrm>
            <a:off x="5377238" y="2235275"/>
            <a:ext cx="5967995" cy="825272"/>
          </a:xfrm>
          <a:prstGeom prst="rect">
            <a:avLst/>
          </a:prstGeom>
        </p:spPr>
      </p:pic>
      <p:pic>
        <p:nvPicPr>
          <p:cNvPr id="12" name="Picture 11">
            <a:extLst>
              <a:ext uri="{FF2B5EF4-FFF2-40B4-BE49-F238E27FC236}">
                <a16:creationId xmlns:a16="http://schemas.microsoft.com/office/drawing/2014/main" id="{FA0E330E-D08A-4031-EB5A-64B679001E84}"/>
              </a:ext>
            </a:extLst>
          </p:cNvPr>
          <p:cNvPicPr>
            <a:picLocks noChangeAspect="1"/>
          </p:cNvPicPr>
          <p:nvPr/>
        </p:nvPicPr>
        <p:blipFill>
          <a:blip r:embed="rId3"/>
          <a:stretch>
            <a:fillRect/>
          </a:stretch>
        </p:blipFill>
        <p:spPr>
          <a:xfrm>
            <a:off x="3331410" y="5895084"/>
            <a:ext cx="7377840" cy="737784"/>
          </a:xfrm>
          <a:prstGeom prst="rect">
            <a:avLst/>
          </a:prstGeom>
        </p:spPr>
      </p:pic>
    </p:spTree>
    <p:extLst>
      <p:ext uri="{BB962C8B-B14F-4D97-AF65-F5344CB8AC3E}">
        <p14:creationId xmlns:p14="http://schemas.microsoft.com/office/powerpoint/2010/main" val="933012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00243-07E3-8110-6EA2-3185DC47ECA4}"/>
            </a:ext>
          </a:extLst>
        </p:cNvPr>
        <p:cNvGrpSpPr/>
        <p:nvPr/>
      </p:nvGrpSpPr>
      <p:grpSpPr>
        <a:xfrm>
          <a:off x="0" y="0"/>
          <a:ext cx="0" cy="0"/>
          <a:chOff x="0" y="0"/>
          <a:chExt cx="0" cy="0"/>
        </a:xfrm>
      </p:grpSpPr>
      <p:sp>
        <p:nvSpPr>
          <p:cNvPr id="4" name="Google Shape;83;p17">
            <a:extLst>
              <a:ext uri="{FF2B5EF4-FFF2-40B4-BE49-F238E27FC236}">
                <a16:creationId xmlns:a16="http://schemas.microsoft.com/office/drawing/2014/main" id="{A96832C9-8FB8-6510-B04A-FA0BDCD6445F}"/>
              </a:ext>
            </a:extLst>
          </p:cNvPr>
          <p:cNvSpPr txBox="1">
            <a:spLocks/>
          </p:cNvSpPr>
          <p:nvPr/>
        </p:nvSpPr>
        <p:spPr>
          <a:xfrm>
            <a:off x="871409" y="4562069"/>
            <a:ext cx="4047916" cy="210075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200"/>
              </a:spcAft>
            </a:pPr>
            <a:r>
              <a:rPr lang="en" sz="1400" b="1" u="sng" dirty="0"/>
              <a:t>Fix: </a:t>
            </a:r>
          </a:p>
          <a:p>
            <a:pPr algn="l">
              <a:spcAft>
                <a:spcPts val="1200"/>
              </a:spcAft>
            </a:pPr>
            <a:r>
              <a:rPr lang="en" sz="1100" u="sng" dirty="0"/>
              <a:t>Since I changed the name of the variable “player_score” the logic gets confused. Changed the name of the player_score variable to terminal_gamer_score since it was the actual variable name</a:t>
            </a:r>
          </a:p>
        </p:txBody>
      </p:sp>
      <p:graphicFrame>
        <p:nvGraphicFramePr>
          <p:cNvPr id="5" name="Table 4">
            <a:extLst>
              <a:ext uri="{FF2B5EF4-FFF2-40B4-BE49-F238E27FC236}">
                <a16:creationId xmlns:a16="http://schemas.microsoft.com/office/drawing/2014/main" id="{C704B6EE-9301-AD68-2E81-67229321464A}"/>
              </a:ext>
            </a:extLst>
          </p:cNvPr>
          <p:cNvGraphicFramePr>
            <a:graphicFrameLocks noGrp="1"/>
          </p:cNvGraphicFramePr>
          <p:nvPr/>
        </p:nvGraphicFramePr>
        <p:xfrm>
          <a:off x="924882" y="1769608"/>
          <a:ext cx="9423450" cy="2443583"/>
        </p:xfrm>
        <a:graphic>
          <a:graphicData uri="http://schemas.openxmlformats.org/drawingml/2006/table">
            <a:tbl>
              <a:tblPr firstRow="1" bandRow="1"/>
              <a:tblGrid>
                <a:gridCol w="4711725">
                  <a:extLst>
                    <a:ext uri="{9D8B030D-6E8A-4147-A177-3AD203B41FA5}">
                      <a16:colId xmlns:a16="http://schemas.microsoft.com/office/drawing/2014/main" val="4250991092"/>
                    </a:ext>
                  </a:extLst>
                </a:gridCol>
                <a:gridCol w="4711725">
                  <a:extLst>
                    <a:ext uri="{9D8B030D-6E8A-4147-A177-3AD203B41FA5}">
                      <a16:colId xmlns:a16="http://schemas.microsoft.com/office/drawing/2014/main" val="4032479597"/>
                    </a:ext>
                  </a:extLst>
                </a:gridCol>
              </a:tblGrid>
              <a:tr h="400506">
                <a:tc>
                  <a:txBody>
                    <a:bodyPr/>
                    <a:lstStyle/>
                    <a:p>
                      <a:r>
                        <a:rPr lang="en-GB"/>
                        <a:t>Error </a:t>
                      </a:r>
                    </a:p>
                  </a:txBody>
                  <a:tcPr/>
                </a:tc>
                <a:tc>
                  <a:txBody>
                    <a:bodyPr/>
                    <a:lstStyle/>
                    <a:p>
                      <a:r>
                        <a:rPr lang="en-GB" dirty="0"/>
                        <a:t>Code (Broken)</a:t>
                      </a:r>
                    </a:p>
                  </a:txBody>
                  <a:tcPr/>
                </a:tc>
                <a:extLst>
                  <a:ext uri="{0D108BD9-81ED-4DB2-BD59-A6C34878D82A}">
                    <a16:rowId xmlns:a16="http://schemas.microsoft.com/office/drawing/2014/main" val="1790001767"/>
                  </a:ext>
                </a:extLst>
              </a:tr>
              <a:tr h="2043077">
                <a:tc>
                  <a:txBody>
                    <a:bodyPr/>
                    <a:lstStyle/>
                    <a:p>
                      <a:pPr marL="171450" lvl="0" indent="-171450">
                        <a:buFont typeface="Arial"/>
                        <a:buChar char="•"/>
                      </a:pPr>
                      <a:endParaRPr lang="en-GB" sz="1050" dirty="0"/>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r>
                        <a:rPr lang="en-GB" sz="1050" b="0" i="0" u="none" strike="noStrike" noProof="0" dirty="0">
                          <a:latin typeface="Arial"/>
                          <a:cs typeface="Arial"/>
                        </a:rPr>
                        <a:t>Unbound local error: cannot access local variable ‘</a:t>
                      </a:r>
                      <a:r>
                        <a:rPr lang="en-GB" sz="1050" b="0" i="0" u="none" strike="noStrike" noProof="0" dirty="0" err="1">
                          <a:latin typeface="Arial"/>
                          <a:cs typeface="Arial"/>
                        </a:rPr>
                        <a:t>player_score</a:t>
                      </a:r>
                      <a:r>
                        <a:rPr lang="en-GB" sz="1050" b="0" i="0" u="none" strike="noStrike" noProof="0" dirty="0">
                          <a:latin typeface="Arial"/>
                          <a:cs typeface="Arial"/>
                        </a:rPr>
                        <a:t>’ where it is not associated with a value</a:t>
                      </a:r>
                    </a:p>
                  </a:txBody>
                  <a:tcPr/>
                </a:tc>
                <a:tc>
                  <a:txBody>
                    <a:bodyPr/>
                    <a:lstStyle/>
                    <a:p>
                      <a:pPr lvl="0">
                        <a:buNone/>
                      </a:pPr>
                      <a:endParaRPr lang="en-GB" dirty="0"/>
                    </a:p>
                  </a:txBody>
                  <a:tcPr/>
                </a:tc>
                <a:extLst>
                  <a:ext uri="{0D108BD9-81ED-4DB2-BD59-A6C34878D82A}">
                    <a16:rowId xmlns:a16="http://schemas.microsoft.com/office/drawing/2014/main" val="3741640431"/>
                  </a:ext>
                </a:extLst>
              </a:tr>
            </a:tbl>
          </a:graphicData>
        </a:graphic>
      </p:graphicFrame>
      <p:sp>
        <p:nvSpPr>
          <p:cNvPr id="6" name="Google Shape;82;p17">
            <a:extLst>
              <a:ext uri="{FF2B5EF4-FFF2-40B4-BE49-F238E27FC236}">
                <a16:creationId xmlns:a16="http://schemas.microsoft.com/office/drawing/2014/main" id="{EA03EE8B-CEC4-7C39-98EF-C7058229AD51}"/>
              </a:ext>
            </a:extLst>
          </p:cNvPr>
          <p:cNvSpPr txBox="1">
            <a:spLocks/>
          </p:cNvSpPr>
          <p:nvPr/>
        </p:nvSpPr>
        <p:spPr>
          <a:xfrm>
            <a:off x="712498" y="723876"/>
            <a:ext cx="8520600" cy="11744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solidFill>
                  <a:schemeClr val="tx1"/>
                </a:solidFill>
              </a:rPr>
              <a:t>Variable issue</a:t>
            </a:r>
          </a:p>
        </p:txBody>
      </p:sp>
      <p:sp>
        <p:nvSpPr>
          <p:cNvPr id="7" name="Google Shape;82;p17">
            <a:extLst>
              <a:ext uri="{FF2B5EF4-FFF2-40B4-BE49-F238E27FC236}">
                <a16:creationId xmlns:a16="http://schemas.microsoft.com/office/drawing/2014/main" id="{57C6AC25-81C4-6F21-F64D-79E019AF1145}"/>
              </a:ext>
            </a:extLst>
          </p:cNvPr>
          <p:cNvSpPr txBox="1">
            <a:spLocks/>
          </p:cNvSpPr>
          <p:nvPr/>
        </p:nvSpPr>
        <p:spPr>
          <a:xfrm>
            <a:off x="9445482" y="594024"/>
            <a:ext cx="3351358" cy="722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n-GB" sz="1400" dirty="0">
                <a:solidFill>
                  <a:schemeClr val="dk2"/>
                </a:solidFill>
              </a:rPr>
              <a:t>Version: </a:t>
            </a:r>
          </a:p>
          <a:p>
            <a:pPr>
              <a:buSzPts val="1100"/>
            </a:pPr>
            <a:r>
              <a:rPr lang="en-GB" sz="1400" dirty="0">
                <a:solidFill>
                  <a:schemeClr val="dk2"/>
                </a:solidFill>
              </a:rPr>
              <a:t>Date: 6/03/26</a:t>
            </a:r>
          </a:p>
          <a:p>
            <a:pPr>
              <a:buSzPts val="1100"/>
            </a:pPr>
            <a:r>
              <a:rPr lang="en-GB" sz="1400" dirty="0">
                <a:solidFill>
                  <a:schemeClr val="dk2"/>
                </a:solidFill>
              </a:rPr>
              <a:t>GitHub Commit: </a:t>
            </a:r>
            <a:r>
              <a:rPr lang="en-GB" sz="1400">
                <a:solidFill>
                  <a:schemeClr val="dk2"/>
                </a:solidFill>
              </a:rPr>
              <a:t>after 4</a:t>
            </a:r>
            <a:r>
              <a:rPr lang="en-GB" sz="1400" baseline="30000">
                <a:solidFill>
                  <a:schemeClr val="dk2"/>
                </a:solidFill>
              </a:rPr>
              <a:t>th</a:t>
            </a:r>
            <a:r>
              <a:rPr lang="en-GB" sz="1400">
                <a:solidFill>
                  <a:schemeClr val="dk2"/>
                </a:solidFill>
              </a:rPr>
              <a:t> </a:t>
            </a:r>
            <a:r>
              <a:rPr lang="en-GB" sz="1400" dirty="0">
                <a:solidFill>
                  <a:schemeClr val="dk2"/>
                </a:solidFill>
              </a:rPr>
              <a:t>commit</a:t>
            </a:r>
            <a:endParaRPr lang="en-GB" dirty="0">
              <a:solidFill>
                <a:schemeClr val="dk2"/>
              </a:solidFill>
            </a:endParaRPr>
          </a:p>
        </p:txBody>
      </p:sp>
      <p:pic>
        <p:nvPicPr>
          <p:cNvPr id="9" name="Picture 8">
            <a:extLst>
              <a:ext uri="{FF2B5EF4-FFF2-40B4-BE49-F238E27FC236}">
                <a16:creationId xmlns:a16="http://schemas.microsoft.com/office/drawing/2014/main" id="{8D876347-B9A2-0127-9B68-BF99DBC568DC}"/>
              </a:ext>
            </a:extLst>
          </p:cNvPr>
          <p:cNvPicPr>
            <a:picLocks noChangeAspect="1"/>
          </p:cNvPicPr>
          <p:nvPr/>
        </p:nvPicPr>
        <p:blipFill>
          <a:blip r:embed="rId2"/>
          <a:stretch>
            <a:fillRect/>
          </a:stretch>
        </p:blipFill>
        <p:spPr>
          <a:xfrm>
            <a:off x="5377238" y="2235275"/>
            <a:ext cx="5967995" cy="825272"/>
          </a:xfrm>
          <a:prstGeom prst="rect">
            <a:avLst/>
          </a:prstGeom>
        </p:spPr>
      </p:pic>
      <p:pic>
        <p:nvPicPr>
          <p:cNvPr id="12" name="Picture 11">
            <a:extLst>
              <a:ext uri="{FF2B5EF4-FFF2-40B4-BE49-F238E27FC236}">
                <a16:creationId xmlns:a16="http://schemas.microsoft.com/office/drawing/2014/main" id="{3F08AD11-9A63-D2E4-A3F1-8C4A6718509B}"/>
              </a:ext>
            </a:extLst>
          </p:cNvPr>
          <p:cNvPicPr>
            <a:picLocks noChangeAspect="1"/>
          </p:cNvPicPr>
          <p:nvPr/>
        </p:nvPicPr>
        <p:blipFill>
          <a:blip r:embed="rId3"/>
          <a:stretch>
            <a:fillRect/>
          </a:stretch>
        </p:blipFill>
        <p:spPr>
          <a:xfrm>
            <a:off x="3331410" y="5895084"/>
            <a:ext cx="7377840" cy="737784"/>
          </a:xfrm>
          <a:prstGeom prst="rect">
            <a:avLst/>
          </a:prstGeom>
        </p:spPr>
      </p:pic>
    </p:spTree>
    <p:extLst>
      <p:ext uri="{BB962C8B-B14F-4D97-AF65-F5344CB8AC3E}">
        <p14:creationId xmlns:p14="http://schemas.microsoft.com/office/powerpoint/2010/main" val="893783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2C5B-02A0-A207-E2F2-3CA05230C5DC}"/>
            </a:ext>
          </a:extLst>
        </p:cNvPr>
        <p:cNvGrpSpPr/>
        <p:nvPr/>
      </p:nvGrpSpPr>
      <p:grpSpPr>
        <a:xfrm>
          <a:off x="0" y="0"/>
          <a:ext cx="0" cy="0"/>
          <a:chOff x="0" y="0"/>
          <a:chExt cx="0" cy="0"/>
        </a:xfrm>
      </p:grpSpPr>
      <p:sp>
        <p:nvSpPr>
          <p:cNvPr id="4" name="Google Shape;83;p17">
            <a:extLst>
              <a:ext uri="{FF2B5EF4-FFF2-40B4-BE49-F238E27FC236}">
                <a16:creationId xmlns:a16="http://schemas.microsoft.com/office/drawing/2014/main" id="{347B5238-33A4-81AB-BDBF-AA30525770EA}"/>
              </a:ext>
            </a:extLst>
          </p:cNvPr>
          <p:cNvSpPr txBox="1">
            <a:spLocks/>
          </p:cNvSpPr>
          <p:nvPr/>
        </p:nvSpPr>
        <p:spPr>
          <a:xfrm>
            <a:off x="871409" y="4562069"/>
            <a:ext cx="4047916" cy="210075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200"/>
              </a:spcAft>
            </a:pPr>
            <a:r>
              <a:rPr lang="en" sz="1400" b="1" u="sng" dirty="0"/>
              <a:t>Fix: </a:t>
            </a:r>
          </a:p>
          <a:p>
            <a:pPr algn="l">
              <a:spcAft>
                <a:spcPts val="1200"/>
              </a:spcAft>
            </a:pPr>
            <a:r>
              <a:rPr lang="en" sz="1100" u="sng" dirty="0"/>
              <a:t>Deleted t</a:t>
            </a:r>
            <a:r>
              <a:rPr lang="en-NZ" sz="1100" u="sng" dirty="0"/>
              <a:t>he</a:t>
            </a:r>
            <a:r>
              <a:rPr lang="en" sz="1100" u="sng" dirty="0"/>
              <a:t> second “_score” part of the variable being changed. </a:t>
            </a:r>
            <a:r>
              <a:rPr lang="en-NZ" sz="1100" u="sng" dirty="0"/>
              <a:t>S</a:t>
            </a:r>
            <a:r>
              <a:rPr lang="en" sz="1100" u="sng" dirty="0"/>
              <a:t>ince the original variable is just jarivs_score</a:t>
            </a:r>
          </a:p>
        </p:txBody>
      </p:sp>
      <p:graphicFrame>
        <p:nvGraphicFramePr>
          <p:cNvPr id="5" name="Table 4">
            <a:extLst>
              <a:ext uri="{FF2B5EF4-FFF2-40B4-BE49-F238E27FC236}">
                <a16:creationId xmlns:a16="http://schemas.microsoft.com/office/drawing/2014/main" id="{0AB0DDF0-EDEB-95D6-D246-1B78C0E820B3}"/>
              </a:ext>
            </a:extLst>
          </p:cNvPr>
          <p:cNvGraphicFramePr>
            <a:graphicFrameLocks noGrp="1"/>
          </p:cNvGraphicFramePr>
          <p:nvPr>
            <p:extLst>
              <p:ext uri="{D42A27DB-BD31-4B8C-83A1-F6EECF244321}">
                <p14:modId xmlns:p14="http://schemas.microsoft.com/office/powerpoint/2010/main" val="500701309"/>
              </p:ext>
            </p:extLst>
          </p:nvPr>
        </p:nvGraphicFramePr>
        <p:xfrm>
          <a:off x="871409" y="1769608"/>
          <a:ext cx="9423450" cy="2443583"/>
        </p:xfrm>
        <a:graphic>
          <a:graphicData uri="http://schemas.openxmlformats.org/drawingml/2006/table">
            <a:tbl>
              <a:tblPr firstRow="1" bandRow="1"/>
              <a:tblGrid>
                <a:gridCol w="4711725">
                  <a:extLst>
                    <a:ext uri="{9D8B030D-6E8A-4147-A177-3AD203B41FA5}">
                      <a16:colId xmlns:a16="http://schemas.microsoft.com/office/drawing/2014/main" val="4250991092"/>
                    </a:ext>
                  </a:extLst>
                </a:gridCol>
                <a:gridCol w="4711725">
                  <a:extLst>
                    <a:ext uri="{9D8B030D-6E8A-4147-A177-3AD203B41FA5}">
                      <a16:colId xmlns:a16="http://schemas.microsoft.com/office/drawing/2014/main" val="4032479597"/>
                    </a:ext>
                  </a:extLst>
                </a:gridCol>
              </a:tblGrid>
              <a:tr h="400506">
                <a:tc>
                  <a:txBody>
                    <a:bodyPr/>
                    <a:lstStyle/>
                    <a:p>
                      <a:r>
                        <a:rPr lang="en-GB"/>
                        <a:t>Error </a:t>
                      </a:r>
                    </a:p>
                  </a:txBody>
                  <a:tcPr/>
                </a:tc>
                <a:tc>
                  <a:txBody>
                    <a:bodyPr/>
                    <a:lstStyle/>
                    <a:p>
                      <a:r>
                        <a:rPr lang="en-GB" dirty="0"/>
                        <a:t>Code (Broken)</a:t>
                      </a:r>
                    </a:p>
                  </a:txBody>
                  <a:tcPr/>
                </a:tc>
                <a:extLst>
                  <a:ext uri="{0D108BD9-81ED-4DB2-BD59-A6C34878D82A}">
                    <a16:rowId xmlns:a16="http://schemas.microsoft.com/office/drawing/2014/main" val="1790001767"/>
                  </a:ext>
                </a:extLst>
              </a:tr>
              <a:tr h="2043077">
                <a:tc>
                  <a:txBody>
                    <a:bodyPr/>
                    <a:lstStyle/>
                    <a:p>
                      <a:pPr marL="171450" lvl="0" indent="-171450">
                        <a:buFont typeface="Arial"/>
                        <a:buChar char="•"/>
                      </a:pPr>
                      <a:endParaRPr lang="en-GB" sz="1050" dirty="0"/>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endParaRPr lang="en-GB" sz="1050" b="0" i="0" u="none" strike="noStrike" noProof="0" dirty="0">
                        <a:latin typeface="Arial"/>
                        <a:cs typeface="Arial"/>
                      </a:endParaRPr>
                    </a:p>
                    <a:p>
                      <a:pPr lvl="0" algn="l">
                        <a:lnSpc>
                          <a:spcPct val="100000"/>
                        </a:lnSpc>
                        <a:spcBef>
                          <a:spcPts val="0"/>
                        </a:spcBef>
                        <a:spcAft>
                          <a:spcPts val="0"/>
                        </a:spcAft>
                        <a:buNone/>
                      </a:pPr>
                      <a:r>
                        <a:rPr lang="en-GB" sz="1050" b="0" i="0" u="none" strike="noStrike" noProof="0" dirty="0">
                          <a:latin typeface="Arial"/>
                          <a:cs typeface="Arial"/>
                        </a:rPr>
                        <a:t>Unbound local error: cannot access local variable ‘</a:t>
                      </a:r>
                      <a:r>
                        <a:rPr lang="en-GB" sz="1050" b="0" i="0" u="none" strike="noStrike" noProof="0" dirty="0" err="1">
                          <a:latin typeface="Arial"/>
                          <a:cs typeface="Arial"/>
                        </a:rPr>
                        <a:t>jarvis_score_score</a:t>
                      </a:r>
                      <a:r>
                        <a:rPr lang="en-GB" sz="1050" b="0" i="0" u="none" strike="noStrike" noProof="0" dirty="0">
                          <a:latin typeface="Arial"/>
                          <a:cs typeface="Arial"/>
                        </a:rPr>
                        <a:t>’ where it is not associated with a value</a:t>
                      </a:r>
                    </a:p>
                  </a:txBody>
                  <a:tcPr/>
                </a:tc>
                <a:tc>
                  <a:txBody>
                    <a:bodyPr/>
                    <a:lstStyle/>
                    <a:p>
                      <a:pPr lvl="0">
                        <a:buNone/>
                      </a:pPr>
                      <a:endParaRPr lang="en-GB" dirty="0"/>
                    </a:p>
                  </a:txBody>
                  <a:tcPr/>
                </a:tc>
                <a:extLst>
                  <a:ext uri="{0D108BD9-81ED-4DB2-BD59-A6C34878D82A}">
                    <a16:rowId xmlns:a16="http://schemas.microsoft.com/office/drawing/2014/main" val="3741640431"/>
                  </a:ext>
                </a:extLst>
              </a:tr>
            </a:tbl>
          </a:graphicData>
        </a:graphic>
      </p:graphicFrame>
      <p:sp>
        <p:nvSpPr>
          <p:cNvPr id="6" name="Google Shape;82;p17">
            <a:extLst>
              <a:ext uri="{FF2B5EF4-FFF2-40B4-BE49-F238E27FC236}">
                <a16:creationId xmlns:a16="http://schemas.microsoft.com/office/drawing/2014/main" id="{3834F7FB-CA07-6637-1F9A-595691AFC2D0}"/>
              </a:ext>
            </a:extLst>
          </p:cNvPr>
          <p:cNvSpPr txBox="1">
            <a:spLocks/>
          </p:cNvSpPr>
          <p:nvPr/>
        </p:nvSpPr>
        <p:spPr>
          <a:xfrm>
            <a:off x="712498" y="723876"/>
            <a:ext cx="8520600" cy="11744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solidFill>
                  <a:schemeClr val="tx1"/>
                </a:solidFill>
              </a:rPr>
              <a:t>Variable issue</a:t>
            </a:r>
          </a:p>
        </p:txBody>
      </p:sp>
      <p:sp>
        <p:nvSpPr>
          <p:cNvPr id="7" name="Google Shape;82;p17">
            <a:extLst>
              <a:ext uri="{FF2B5EF4-FFF2-40B4-BE49-F238E27FC236}">
                <a16:creationId xmlns:a16="http://schemas.microsoft.com/office/drawing/2014/main" id="{FD7751B4-E7E8-F72E-0ACB-51744E96BB8A}"/>
              </a:ext>
            </a:extLst>
          </p:cNvPr>
          <p:cNvSpPr txBox="1">
            <a:spLocks/>
          </p:cNvSpPr>
          <p:nvPr/>
        </p:nvSpPr>
        <p:spPr>
          <a:xfrm>
            <a:off x="9445482" y="594024"/>
            <a:ext cx="3351358" cy="722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n-GB" sz="1400" dirty="0">
                <a:solidFill>
                  <a:schemeClr val="dk2"/>
                </a:solidFill>
              </a:rPr>
              <a:t>Version</a:t>
            </a:r>
            <a:r>
              <a:rPr lang="en-GB" sz="1400">
                <a:solidFill>
                  <a:schemeClr val="dk2"/>
                </a:solidFill>
              </a:rPr>
              <a:t>: 11</a:t>
            </a:r>
            <a:endParaRPr lang="en-GB" sz="1400" dirty="0">
              <a:solidFill>
                <a:schemeClr val="dk2"/>
              </a:solidFill>
            </a:endParaRPr>
          </a:p>
          <a:p>
            <a:pPr>
              <a:buSzPts val="1100"/>
            </a:pPr>
            <a:r>
              <a:rPr lang="en-GB" sz="1400" dirty="0">
                <a:solidFill>
                  <a:schemeClr val="dk2"/>
                </a:solidFill>
              </a:rPr>
              <a:t>Date: 7/03/26</a:t>
            </a:r>
          </a:p>
          <a:p>
            <a:pPr>
              <a:buSzPts val="1100"/>
            </a:pPr>
            <a:r>
              <a:rPr lang="en-GB" sz="1400" dirty="0">
                <a:solidFill>
                  <a:schemeClr val="dk2"/>
                </a:solidFill>
              </a:rPr>
              <a:t>GitHub Commit: after 14</a:t>
            </a:r>
            <a:r>
              <a:rPr lang="en-GB" sz="1400" baseline="30000" dirty="0">
                <a:solidFill>
                  <a:schemeClr val="dk2"/>
                </a:solidFill>
              </a:rPr>
              <a:t>th</a:t>
            </a:r>
            <a:r>
              <a:rPr lang="en-GB" sz="1400" dirty="0">
                <a:solidFill>
                  <a:schemeClr val="dk2"/>
                </a:solidFill>
              </a:rPr>
              <a:t> commit</a:t>
            </a:r>
            <a:endParaRPr lang="en-GB" dirty="0">
              <a:solidFill>
                <a:schemeClr val="dk2"/>
              </a:solidFill>
            </a:endParaRPr>
          </a:p>
        </p:txBody>
      </p:sp>
      <p:pic>
        <p:nvPicPr>
          <p:cNvPr id="8" name="Picture 7">
            <a:extLst>
              <a:ext uri="{FF2B5EF4-FFF2-40B4-BE49-F238E27FC236}">
                <a16:creationId xmlns:a16="http://schemas.microsoft.com/office/drawing/2014/main" id="{E71C6B38-CF27-26EF-7124-89AA6A6C2A16}"/>
              </a:ext>
            </a:extLst>
          </p:cNvPr>
          <p:cNvPicPr>
            <a:picLocks noChangeAspect="1"/>
          </p:cNvPicPr>
          <p:nvPr/>
        </p:nvPicPr>
        <p:blipFill>
          <a:blip r:embed="rId2"/>
          <a:stretch>
            <a:fillRect/>
          </a:stretch>
        </p:blipFill>
        <p:spPr>
          <a:xfrm>
            <a:off x="5642314" y="2273930"/>
            <a:ext cx="4811456" cy="876180"/>
          </a:xfrm>
          <a:prstGeom prst="rect">
            <a:avLst/>
          </a:prstGeom>
        </p:spPr>
      </p:pic>
      <p:pic>
        <p:nvPicPr>
          <p:cNvPr id="11" name="Picture 10">
            <a:extLst>
              <a:ext uri="{FF2B5EF4-FFF2-40B4-BE49-F238E27FC236}">
                <a16:creationId xmlns:a16="http://schemas.microsoft.com/office/drawing/2014/main" id="{522A044F-FAE7-CC95-2FF6-09D942851CD2}"/>
              </a:ext>
            </a:extLst>
          </p:cNvPr>
          <p:cNvPicPr>
            <a:picLocks noChangeAspect="1"/>
          </p:cNvPicPr>
          <p:nvPr/>
        </p:nvPicPr>
        <p:blipFill>
          <a:blip r:embed="rId3"/>
          <a:stretch>
            <a:fillRect/>
          </a:stretch>
        </p:blipFill>
        <p:spPr>
          <a:xfrm>
            <a:off x="5913985" y="4588806"/>
            <a:ext cx="5315692" cy="1686160"/>
          </a:xfrm>
          <a:prstGeom prst="rect">
            <a:avLst/>
          </a:prstGeom>
        </p:spPr>
      </p:pic>
    </p:spTree>
    <p:extLst>
      <p:ext uri="{BB962C8B-B14F-4D97-AF65-F5344CB8AC3E}">
        <p14:creationId xmlns:p14="http://schemas.microsoft.com/office/powerpoint/2010/main" val="4279175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32E2-6470-39FA-DD5A-D5012AD5FF1C}"/>
            </a:ext>
          </a:extLst>
        </p:cNvPr>
        <p:cNvGrpSpPr/>
        <p:nvPr/>
      </p:nvGrpSpPr>
      <p:grpSpPr>
        <a:xfrm>
          <a:off x="0" y="0"/>
          <a:ext cx="0" cy="0"/>
          <a:chOff x="0" y="0"/>
          <a:chExt cx="0" cy="0"/>
        </a:xfrm>
      </p:grpSpPr>
      <p:sp>
        <p:nvSpPr>
          <p:cNvPr id="4" name="Google Shape;83;p17">
            <a:extLst>
              <a:ext uri="{FF2B5EF4-FFF2-40B4-BE49-F238E27FC236}">
                <a16:creationId xmlns:a16="http://schemas.microsoft.com/office/drawing/2014/main" id="{16EA0525-6395-563E-2C88-B1938166724B}"/>
              </a:ext>
            </a:extLst>
          </p:cNvPr>
          <p:cNvSpPr txBox="1">
            <a:spLocks/>
          </p:cNvSpPr>
          <p:nvPr/>
        </p:nvSpPr>
        <p:spPr>
          <a:xfrm>
            <a:off x="871409" y="4562069"/>
            <a:ext cx="4047916" cy="2100752"/>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1200"/>
              </a:spcAft>
            </a:pPr>
            <a:r>
              <a:rPr lang="en" sz="1400" b="1" u="sng" dirty="0"/>
              <a:t>Fix:</a:t>
            </a:r>
          </a:p>
          <a:p>
            <a:pPr algn="l">
              <a:spcAft>
                <a:spcPts val="1200"/>
              </a:spcAft>
            </a:pPr>
            <a:r>
              <a:rPr lang="en" sz="1400" b="1" u="sng" dirty="0"/>
              <a:t>In MOVE_CONDITIONS constant, I added (e.g. “rock”: ROCK) and repeated that for scissors and paper</a:t>
            </a:r>
          </a:p>
        </p:txBody>
      </p:sp>
      <p:graphicFrame>
        <p:nvGraphicFramePr>
          <p:cNvPr id="5" name="Table 4">
            <a:extLst>
              <a:ext uri="{FF2B5EF4-FFF2-40B4-BE49-F238E27FC236}">
                <a16:creationId xmlns:a16="http://schemas.microsoft.com/office/drawing/2014/main" id="{D9E88A18-43AD-FA88-9392-183D302C721B}"/>
              </a:ext>
            </a:extLst>
          </p:cNvPr>
          <p:cNvGraphicFramePr>
            <a:graphicFrameLocks noGrp="1"/>
          </p:cNvGraphicFramePr>
          <p:nvPr>
            <p:extLst>
              <p:ext uri="{D42A27DB-BD31-4B8C-83A1-F6EECF244321}">
                <p14:modId xmlns:p14="http://schemas.microsoft.com/office/powerpoint/2010/main" val="1765011229"/>
              </p:ext>
            </p:extLst>
          </p:nvPr>
        </p:nvGraphicFramePr>
        <p:xfrm>
          <a:off x="871409" y="1769608"/>
          <a:ext cx="9423450" cy="2443583"/>
        </p:xfrm>
        <a:graphic>
          <a:graphicData uri="http://schemas.openxmlformats.org/drawingml/2006/table">
            <a:tbl>
              <a:tblPr firstRow="1" bandRow="1"/>
              <a:tblGrid>
                <a:gridCol w="4711725">
                  <a:extLst>
                    <a:ext uri="{9D8B030D-6E8A-4147-A177-3AD203B41FA5}">
                      <a16:colId xmlns:a16="http://schemas.microsoft.com/office/drawing/2014/main" val="4250991092"/>
                    </a:ext>
                  </a:extLst>
                </a:gridCol>
                <a:gridCol w="4711725">
                  <a:extLst>
                    <a:ext uri="{9D8B030D-6E8A-4147-A177-3AD203B41FA5}">
                      <a16:colId xmlns:a16="http://schemas.microsoft.com/office/drawing/2014/main" val="4032479597"/>
                    </a:ext>
                  </a:extLst>
                </a:gridCol>
              </a:tblGrid>
              <a:tr h="400506">
                <a:tc>
                  <a:txBody>
                    <a:bodyPr/>
                    <a:lstStyle/>
                    <a:p>
                      <a:r>
                        <a:rPr lang="en-GB"/>
                        <a:t>Error </a:t>
                      </a:r>
                    </a:p>
                  </a:txBody>
                  <a:tcPr/>
                </a:tc>
                <a:tc>
                  <a:txBody>
                    <a:bodyPr/>
                    <a:lstStyle/>
                    <a:p>
                      <a:r>
                        <a:rPr lang="en-GB" dirty="0"/>
                        <a:t>Code (Broken)</a:t>
                      </a:r>
                    </a:p>
                  </a:txBody>
                  <a:tcPr/>
                </a:tc>
                <a:extLst>
                  <a:ext uri="{0D108BD9-81ED-4DB2-BD59-A6C34878D82A}">
                    <a16:rowId xmlns:a16="http://schemas.microsoft.com/office/drawing/2014/main" val="1790001767"/>
                  </a:ext>
                </a:extLst>
              </a:tr>
              <a:tr h="2043077">
                <a:tc>
                  <a:txBody>
                    <a:bodyPr/>
                    <a:lstStyle/>
                    <a:p>
                      <a:pPr marL="171450" lvl="0" indent="-171450">
                        <a:buFont typeface="Arial"/>
                        <a:buChar char="•"/>
                      </a:pPr>
                      <a:r>
                        <a:rPr lang="en-GB" sz="1050" b="0" i="0" u="none" strike="noStrike" noProof="0" dirty="0">
                          <a:latin typeface="Arial"/>
                          <a:cs typeface="Arial"/>
                        </a:rPr>
                        <a:t>Doesn’t register ‘rock’, ‘paper’, or ‘scissors’ as a valid move and prompts the user to pick a valid move like (‘r’, ‘p’, ‘s’)</a:t>
                      </a:r>
                      <a:endParaRPr lang="en-GB" sz="1050" dirty="0"/>
                    </a:p>
                  </a:txBody>
                  <a:tcPr/>
                </a:tc>
                <a:tc>
                  <a:txBody>
                    <a:bodyPr/>
                    <a:lstStyle/>
                    <a:p>
                      <a:pPr lvl="0">
                        <a:buNone/>
                      </a:pPr>
                      <a:endParaRPr lang="en-GB" dirty="0"/>
                    </a:p>
                  </a:txBody>
                  <a:tcPr/>
                </a:tc>
                <a:extLst>
                  <a:ext uri="{0D108BD9-81ED-4DB2-BD59-A6C34878D82A}">
                    <a16:rowId xmlns:a16="http://schemas.microsoft.com/office/drawing/2014/main" val="3741640431"/>
                  </a:ext>
                </a:extLst>
              </a:tr>
            </a:tbl>
          </a:graphicData>
        </a:graphic>
      </p:graphicFrame>
      <p:sp>
        <p:nvSpPr>
          <p:cNvPr id="6" name="Google Shape;82;p17">
            <a:extLst>
              <a:ext uri="{FF2B5EF4-FFF2-40B4-BE49-F238E27FC236}">
                <a16:creationId xmlns:a16="http://schemas.microsoft.com/office/drawing/2014/main" id="{3477EDFC-97F8-AAB5-FA39-33DA5BBA0DB0}"/>
              </a:ext>
            </a:extLst>
          </p:cNvPr>
          <p:cNvSpPr txBox="1">
            <a:spLocks/>
          </p:cNvSpPr>
          <p:nvPr/>
        </p:nvSpPr>
        <p:spPr>
          <a:xfrm>
            <a:off x="712498" y="723876"/>
            <a:ext cx="8520600" cy="117443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 dirty="0">
                <a:solidFill>
                  <a:schemeClr val="tx1"/>
                </a:solidFill>
              </a:rPr>
              <a:t>RPS – can’t type rock, paper, or scissors as valid move</a:t>
            </a:r>
          </a:p>
        </p:txBody>
      </p:sp>
      <p:sp>
        <p:nvSpPr>
          <p:cNvPr id="7" name="Google Shape;82;p17">
            <a:extLst>
              <a:ext uri="{FF2B5EF4-FFF2-40B4-BE49-F238E27FC236}">
                <a16:creationId xmlns:a16="http://schemas.microsoft.com/office/drawing/2014/main" id="{C928B861-2CAB-0FBD-C4BE-9960AC0799D9}"/>
              </a:ext>
            </a:extLst>
          </p:cNvPr>
          <p:cNvSpPr txBox="1">
            <a:spLocks/>
          </p:cNvSpPr>
          <p:nvPr/>
        </p:nvSpPr>
        <p:spPr>
          <a:xfrm>
            <a:off x="9445482" y="594024"/>
            <a:ext cx="3351358" cy="7220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ts val="1100"/>
            </a:pPr>
            <a:r>
              <a:rPr lang="en-GB" sz="1400" dirty="0">
                <a:solidFill>
                  <a:schemeClr val="dk2"/>
                </a:solidFill>
              </a:rPr>
              <a:t>Version</a:t>
            </a:r>
            <a:r>
              <a:rPr lang="en-GB" sz="1400">
                <a:solidFill>
                  <a:schemeClr val="dk2"/>
                </a:solidFill>
              </a:rPr>
              <a:t>: 11</a:t>
            </a:r>
            <a:endParaRPr lang="en-GB" sz="1400" dirty="0">
              <a:solidFill>
                <a:schemeClr val="dk2"/>
              </a:solidFill>
            </a:endParaRPr>
          </a:p>
          <a:p>
            <a:pPr>
              <a:buSzPts val="1100"/>
            </a:pPr>
            <a:r>
              <a:rPr lang="en-GB" sz="1400" dirty="0">
                <a:solidFill>
                  <a:schemeClr val="dk2"/>
                </a:solidFill>
              </a:rPr>
              <a:t>Date: 7/03/26</a:t>
            </a:r>
          </a:p>
          <a:p>
            <a:pPr>
              <a:buSzPts val="1100"/>
            </a:pPr>
            <a:r>
              <a:rPr lang="en-GB" sz="1400" dirty="0">
                <a:solidFill>
                  <a:schemeClr val="dk2"/>
                </a:solidFill>
              </a:rPr>
              <a:t>GitHub Commit: after 14</a:t>
            </a:r>
            <a:r>
              <a:rPr lang="en-GB" sz="1400" baseline="30000" dirty="0">
                <a:solidFill>
                  <a:schemeClr val="dk2"/>
                </a:solidFill>
              </a:rPr>
              <a:t>th</a:t>
            </a:r>
            <a:r>
              <a:rPr lang="en-GB" sz="1400" dirty="0">
                <a:solidFill>
                  <a:schemeClr val="dk2"/>
                </a:solidFill>
              </a:rPr>
              <a:t> commit</a:t>
            </a:r>
            <a:endParaRPr lang="en-GB" dirty="0">
              <a:solidFill>
                <a:schemeClr val="dk2"/>
              </a:solidFill>
            </a:endParaRPr>
          </a:p>
        </p:txBody>
      </p:sp>
      <p:pic>
        <p:nvPicPr>
          <p:cNvPr id="3" name="Picture 2">
            <a:extLst>
              <a:ext uri="{FF2B5EF4-FFF2-40B4-BE49-F238E27FC236}">
                <a16:creationId xmlns:a16="http://schemas.microsoft.com/office/drawing/2014/main" id="{AD2F914B-7194-1544-8307-344CC00FF7C1}"/>
              </a:ext>
            </a:extLst>
          </p:cNvPr>
          <p:cNvPicPr>
            <a:picLocks noChangeAspect="1"/>
          </p:cNvPicPr>
          <p:nvPr/>
        </p:nvPicPr>
        <p:blipFill>
          <a:blip r:embed="rId2"/>
          <a:stretch>
            <a:fillRect/>
          </a:stretch>
        </p:blipFill>
        <p:spPr>
          <a:xfrm>
            <a:off x="6876714" y="2245894"/>
            <a:ext cx="2443749" cy="3094600"/>
          </a:xfrm>
          <a:prstGeom prst="rect">
            <a:avLst/>
          </a:prstGeom>
        </p:spPr>
      </p:pic>
    </p:spTree>
    <p:extLst>
      <p:ext uri="{BB962C8B-B14F-4D97-AF65-F5344CB8AC3E}">
        <p14:creationId xmlns:p14="http://schemas.microsoft.com/office/powerpoint/2010/main" val="2219316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483</TotalTime>
  <Words>558</Words>
  <Application>Microsoft Office PowerPoint</Application>
  <PresentationFormat>Widescreen</PresentationFormat>
  <Paragraphs>84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Tahryn Smith</dc:creator>
  <cp:lastModifiedBy>Arwyn Batungbakal</cp:lastModifiedBy>
  <cp:revision>1</cp:revision>
  <dcterms:created xsi:type="dcterms:W3CDTF">2026-03-04T19:08:06Z</dcterms:created>
  <dcterms:modified xsi:type="dcterms:W3CDTF">2026-03-07T06:57:23Z</dcterms:modified>
</cp:coreProperties>
</file>