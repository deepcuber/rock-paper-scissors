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"/>
  </p:notesMasterIdLst>
  <p:sldIdLst>
    <p:sldId id="261" r:id="rId2"/>
    <p:sldId id="259" r:id="rId3"/>
    <p:sldId id="260" r:id="rId4"/>
    <p:sldId id="262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1752F3-CB2D-48A1-A096-D61959AA2624}" v="25" dt="2026-03-07T06:53:47.169"/>
  </p1510:revLst>
</p1510:revInfo>
</file>

<file path=ppt/tableStyles.xml><?xml version="1.0" encoding="utf-8"?>
<a:tblStyleLst xmlns:a="http://schemas.openxmlformats.org/drawingml/2006/main" def="{5C991D80-E5BC-4FBA-87A7-85EF9C4AA901}">
  <a:tblStyle styleId="{5C991D80-E5BC-4FBA-87A7-85EF9C4AA9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61" d="100"/>
          <a:sy n="161" d="100"/>
        </p:scale>
        <p:origin x="180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wyn Batungbakal" userId="7f5e81eb-baa1-468f-b499-a3532cc4d384" providerId="ADAL" clId="{7DB82A81-E93C-4342-A740-172D37305CA0}"/>
    <pc:docChg chg="undo custSel addSld delSld modSld sldOrd">
      <pc:chgData name="Arwyn Batungbakal" userId="7f5e81eb-baa1-468f-b499-a3532cc4d384" providerId="ADAL" clId="{7DB82A81-E93C-4342-A740-172D37305CA0}" dt="2026-03-07T06:54:09.898" v="2705" actId="47"/>
      <pc:docMkLst>
        <pc:docMk/>
      </pc:docMkLst>
      <pc:sldChg chg="addSp delSp modSp mod ord">
        <pc:chgData name="Arwyn Batungbakal" userId="7f5e81eb-baa1-468f-b499-a3532cc4d384" providerId="ADAL" clId="{7DB82A81-E93C-4342-A740-172D37305CA0}" dt="2026-03-07T06:50:38.662" v="2200" actId="1076"/>
        <pc:sldMkLst>
          <pc:docMk/>
          <pc:sldMk cId="0" sldId="259"/>
        </pc:sldMkLst>
        <pc:spChg chg="mod">
          <ac:chgData name="Arwyn Batungbakal" userId="7f5e81eb-baa1-468f-b499-a3532cc4d384" providerId="ADAL" clId="{7DB82A81-E93C-4342-A740-172D37305CA0}" dt="2026-03-05T04:23:54.755" v="278" actId="255"/>
          <ac:spMkLst>
            <pc:docMk/>
            <pc:sldMk cId="0" sldId="259"/>
            <ac:spMk id="8" creationId="{F4AC4509-EF51-21F6-EB22-9B6C49DF36CD}"/>
          </ac:spMkLst>
        </pc:spChg>
        <pc:spChg chg="mod">
          <ac:chgData name="Arwyn Batungbakal" userId="7f5e81eb-baa1-468f-b499-a3532cc4d384" providerId="ADAL" clId="{7DB82A81-E93C-4342-A740-172D37305CA0}" dt="2026-03-05T04:18:25.944" v="78" actId="20577"/>
          <ac:spMkLst>
            <pc:docMk/>
            <pc:sldMk cId="0" sldId="259"/>
            <ac:spMk id="76" creationId="{00000000-0000-0000-0000-000000000000}"/>
          </ac:spMkLst>
        </pc:spChg>
        <pc:graphicFrameChg chg="mod modGraphic">
          <ac:chgData name="Arwyn Batungbakal" userId="7f5e81eb-baa1-468f-b499-a3532cc4d384" providerId="ADAL" clId="{7DB82A81-E93C-4342-A740-172D37305CA0}" dt="2026-03-07T06:50:38.662" v="2200" actId="1076"/>
          <ac:graphicFrameMkLst>
            <pc:docMk/>
            <pc:sldMk cId="0" sldId="259"/>
            <ac:graphicFrameMk id="77" creationId="{00000000-0000-0000-0000-000000000000}"/>
          </ac:graphicFrameMkLst>
        </pc:graphicFrameChg>
      </pc:sldChg>
      <pc:sldChg chg="modSp add mod ord">
        <pc:chgData name="Arwyn Batungbakal" userId="7f5e81eb-baa1-468f-b499-a3532cc4d384" providerId="ADAL" clId="{7DB82A81-E93C-4342-A740-172D37305CA0}" dt="2026-03-07T06:54:06.219" v="2704" actId="20577"/>
        <pc:sldMkLst>
          <pc:docMk/>
          <pc:sldMk cId="2135699948" sldId="260"/>
        </pc:sldMkLst>
        <pc:spChg chg="mod">
          <ac:chgData name="Arwyn Batungbakal" userId="7f5e81eb-baa1-468f-b499-a3532cc4d384" providerId="ADAL" clId="{7DB82A81-E93C-4342-A740-172D37305CA0}" dt="2026-03-05T06:06:28.325" v="768" actId="20577"/>
          <ac:spMkLst>
            <pc:docMk/>
            <pc:sldMk cId="2135699948" sldId="260"/>
            <ac:spMk id="8" creationId="{5ABEC61C-62E2-6BC5-2245-28379A4D0DB3}"/>
          </ac:spMkLst>
        </pc:spChg>
        <pc:spChg chg="mod">
          <ac:chgData name="Arwyn Batungbakal" userId="7f5e81eb-baa1-468f-b499-a3532cc4d384" providerId="ADAL" clId="{7DB82A81-E93C-4342-A740-172D37305CA0}" dt="2026-03-05T06:05:59.447" v="661" actId="20577"/>
          <ac:spMkLst>
            <pc:docMk/>
            <pc:sldMk cId="2135699948" sldId="260"/>
            <ac:spMk id="76" creationId="{B156CEF1-ED7D-B407-A75D-EC2D760CC538}"/>
          </ac:spMkLst>
        </pc:spChg>
        <pc:graphicFrameChg chg="mod modGraphic">
          <ac:chgData name="Arwyn Batungbakal" userId="7f5e81eb-baa1-468f-b499-a3532cc4d384" providerId="ADAL" clId="{7DB82A81-E93C-4342-A740-172D37305CA0}" dt="2026-03-07T06:54:06.219" v="2704" actId="20577"/>
          <ac:graphicFrameMkLst>
            <pc:docMk/>
            <pc:sldMk cId="2135699948" sldId="260"/>
            <ac:graphicFrameMk id="77" creationId="{C96E2A14-CA77-D4B1-CD86-2841B46DE419}"/>
          </ac:graphicFrameMkLst>
        </pc:graphicFrameChg>
      </pc:sldChg>
      <pc:sldChg chg="modSp add mod ord">
        <pc:chgData name="Arwyn Batungbakal" userId="7f5e81eb-baa1-468f-b499-a3532cc4d384" providerId="ADAL" clId="{7DB82A81-E93C-4342-A740-172D37305CA0}" dt="2026-03-07T06:47:44.008" v="1842" actId="14734"/>
        <pc:sldMkLst>
          <pc:docMk/>
          <pc:sldMk cId="658821450" sldId="261"/>
        </pc:sldMkLst>
        <pc:spChg chg="mod">
          <ac:chgData name="Arwyn Batungbakal" userId="7f5e81eb-baa1-468f-b499-a3532cc4d384" providerId="ADAL" clId="{7DB82A81-E93C-4342-A740-172D37305CA0}" dt="2026-03-06T21:45:16.863" v="1837" actId="20577"/>
          <ac:spMkLst>
            <pc:docMk/>
            <pc:sldMk cId="658821450" sldId="261"/>
            <ac:spMk id="8" creationId="{DCFFA6DA-0AD6-C39E-6B3A-017D729BB398}"/>
          </ac:spMkLst>
        </pc:spChg>
        <pc:spChg chg="mod">
          <ac:chgData name="Arwyn Batungbakal" userId="7f5e81eb-baa1-468f-b499-a3532cc4d384" providerId="ADAL" clId="{7DB82A81-E93C-4342-A740-172D37305CA0}" dt="2026-03-06T21:45:06.761" v="1832" actId="1076"/>
          <ac:spMkLst>
            <pc:docMk/>
            <pc:sldMk cId="658821450" sldId="261"/>
            <ac:spMk id="76" creationId="{D2FF4910-927C-D790-35DC-1104B247A85E}"/>
          </ac:spMkLst>
        </pc:spChg>
        <pc:graphicFrameChg chg="mod modGraphic">
          <ac:chgData name="Arwyn Batungbakal" userId="7f5e81eb-baa1-468f-b499-a3532cc4d384" providerId="ADAL" clId="{7DB82A81-E93C-4342-A740-172D37305CA0}" dt="2026-03-07T06:47:44.008" v="1842" actId="14734"/>
          <ac:graphicFrameMkLst>
            <pc:docMk/>
            <pc:sldMk cId="658821450" sldId="261"/>
            <ac:graphicFrameMk id="77" creationId="{06AE96FF-FC75-BC4C-A48A-1CDCC6581DCD}"/>
          </ac:graphicFrameMkLst>
        </pc:graphicFrameChg>
      </pc:sldChg>
      <pc:sldChg chg="modSp add mod">
        <pc:chgData name="Arwyn Batungbakal" userId="7f5e81eb-baa1-468f-b499-a3532cc4d384" providerId="ADAL" clId="{7DB82A81-E93C-4342-A740-172D37305CA0}" dt="2026-03-06T07:49:56.725" v="1165" actId="20577"/>
        <pc:sldMkLst>
          <pc:docMk/>
          <pc:sldMk cId="201033413" sldId="262"/>
        </pc:sldMkLst>
        <pc:spChg chg="mod">
          <ac:chgData name="Arwyn Batungbakal" userId="7f5e81eb-baa1-468f-b499-a3532cc4d384" providerId="ADAL" clId="{7DB82A81-E93C-4342-A740-172D37305CA0}" dt="2026-03-06T07:49:56.725" v="1165" actId="20577"/>
          <ac:spMkLst>
            <pc:docMk/>
            <pc:sldMk cId="201033413" sldId="262"/>
            <ac:spMk id="8" creationId="{0CE63E94-E55C-AE50-9AEE-8DCBB1260C3D}"/>
          </ac:spMkLst>
        </pc:spChg>
        <pc:spChg chg="mod">
          <ac:chgData name="Arwyn Batungbakal" userId="7f5e81eb-baa1-468f-b499-a3532cc4d384" providerId="ADAL" clId="{7DB82A81-E93C-4342-A740-172D37305CA0}" dt="2026-03-06T07:49:31.832" v="1035" actId="20577"/>
          <ac:spMkLst>
            <pc:docMk/>
            <pc:sldMk cId="201033413" sldId="262"/>
            <ac:spMk id="76" creationId="{55D431C4-8230-E444-461C-94B89EF0E0D5}"/>
          </ac:spMkLst>
        </pc:spChg>
      </pc:sldChg>
      <pc:sldChg chg="modSp add del mod">
        <pc:chgData name="Arwyn Batungbakal" userId="7f5e81eb-baa1-468f-b499-a3532cc4d384" providerId="ADAL" clId="{7DB82A81-E93C-4342-A740-172D37305CA0}" dt="2026-03-07T06:54:09.898" v="2705" actId="47"/>
        <pc:sldMkLst>
          <pc:docMk/>
          <pc:sldMk cId="1606707359" sldId="263"/>
        </pc:sldMkLst>
        <pc:spChg chg="mod">
          <ac:chgData name="Arwyn Batungbakal" userId="7f5e81eb-baa1-468f-b499-a3532cc4d384" providerId="ADAL" clId="{7DB82A81-E93C-4342-A740-172D37305CA0}" dt="2026-03-06T21:45:41.321" v="1841" actId="20577"/>
          <ac:spMkLst>
            <pc:docMk/>
            <pc:sldMk cId="1606707359" sldId="263"/>
            <ac:spMk id="76" creationId="{D59E76E5-5499-D300-B453-46FC89E8414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EB6C744F-451E-C1C7-AF7E-1A7ED5E51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1601ec9add_0_16:notes">
            <a:extLst>
              <a:ext uri="{FF2B5EF4-FFF2-40B4-BE49-F238E27FC236}">
                <a16:creationId xmlns:a16="http://schemas.microsoft.com/office/drawing/2014/main" id="{8476564F-C430-08EF-6E59-C238A96DFD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1601ec9add_0_16:notes">
            <a:extLst>
              <a:ext uri="{FF2B5EF4-FFF2-40B4-BE49-F238E27FC236}">
                <a16:creationId xmlns:a16="http://schemas.microsoft.com/office/drawing/2014/main" id="{132DF2D7-1FFB-79C2-C41E-6D60F97876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1018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1601ec9add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1601ec9add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FA60CDB8-C528-5B16-9C4A-33AF16C63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1601ec9add_0_16:notes">
            <a:extLst>
              <a:ext uri="{FF2B5EF4-FFF2-40B4-BE49-F238E27FC236}">
                <a16:creationId xmlns:a16="http://schemas.microsoft.com/office/drawing/2014/main" id="{347BBDD4-032A-ED98-51A6-63B9DAAD4E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1601ec9add_0_16:notes">
            <a:extLst>
              <a:ext uri="{FF2B5EF4-FFF2-40B4-BE49-F238E27FC236}">
                <a16:creationId xmlns:a16="http://schemas.microsoft.com/office/drawing/2014/main" id="{EC96B623-74ED-6980-989C-7843BA3C1F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2252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F665CFD0-2335-76A5-4D3B-7BAC8F0C1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1601ec9add_0_16:notes">
            <a:extLst>
              <a:ext uri="{FF2B5EF4-FFF2-40B4-BE49-F238E27FC236}">
                <a16:creationId xmlns:a16="http://schemas.microsoft.com/office/drawing/2014/main" id="{30D10B04-3F1C-4AAB-CAF1-E157E54D0F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1601ec9add_0_16:notes">
            <a:extLst>
              <a:ext uri="{FF2B5EF4-FFF2-40B4-BE49-F238E27FC236}">
                <a16:creationId xmlns:a16="http://schemas.microsoft.com/office/drawing/2014/main" id="{59CC5A0A-E28F-467E-9503-A96DD5096C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76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05F9D94C-CDB5-A51A-93F7-59134160B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D2FF4910-927C-D790-35DC-1104B247A8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9524" y="169850"/>
            <a:ext cx="8520600" cy="9800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 dirty="0"/>
              <a:t>RPS – Main menu - Testing if User wants to start/leave/look at instructions</a:t>
            </a:r>
          </a:p>
        </p:txBody>
      </p:sp>
      <p:graphicFrame>
        <p:nvGraphicFramePr>
          <p:cNvPr id="77" name="Google Shape;77;p16">
            <a:extLst>
              <a:ext uri="{FF2B5EF4-FFF2-40B4-BE49-F238E27FC236}">
                <a16:creationId xmlns:a16="http://schemas.microsoft.com/office/drawing/2014/main" id="{06AE96FF-FC75-BC4C-A48A-1CDCC6581D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3795914"/>
              </p:ext>
            </p:extLst>
          </p:nvPr>
        </p:nvGraphicFramePr>
        <p:xfrm>
          <a:off x="406848" y="943758"/>
          <a:ext cx="8089177" cy="4077822"/>
        </p:xfrm>
        <a:graphic>
          <a:graphicData uri="http://schemas.openxmlformats.org/drawingml/2006/table">
            <a:tbl>
              <a:tblPr>
                <a:noFill/>
                <a:tableStyleId>{5C991D80-E5BC-4FBA-87A7-85EF9C4AA901}</a:tableStyleId>
              </a:tblPr>
              <a:tblGrid>
                <a:gridCol w="2412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8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8122">
                  <a:extLst>
                    <a:ext uri="{9D8B030D-6E8A-4147-A177-3AD203B41FA5}">
                      <a16:colId xmlns:a16="http://schemas.microsoft.com/office/drawing/2014/main" val="2010230078"/>
                    </a:ext>
                  </a:extLst>
                </a:gridCol>
              </a:tblGrid>
              <a:tr h="35750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Test Case</a:t>
                      </a:r>
                      <a:endParaRPr sz="1200" b="1"/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/>
                        <a:t>Expected Values</a:t>
                      </a:r>
                      <a:endParaRPr sz="1200" b="1" dirty="0"/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Outcome</a:t>
                      </a: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dirty="0">
                          <a:effectLst/>
                        </a:rPr>
                        <a:t>yes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dirty="0">
                          <a:effectLst/>
                        </a:rPr>
                        <a:t>program continues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Clears the terminal, then loading message, clears terminal again, then carries on to game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>
                          <a:effectLst/>
                        </a:rPr>
                        <a:t>Y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>
                          <a:effectLst/>
                        </a:rPr>
                        <a:t>program continues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dirty="0"/>
                        <a:t>Clears the terminal, then loading message, clears terminal again, then carries on to game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98640475"/>
                  </a:ext>
                </a:extLst>
              </a:tr>
              <a:tr h="446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>
                          <a:effectLst/>
                        </a:rPr>
                        <a:t>No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>
                          <a:effectLst/>
                        </a:rPr>
                        <a:t>program continues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900" dirty="0"/>
                        <a:t>Clears terminal, exiting game message, clears terminal again, and breaks loop</a:t>
                      </a:r>
                      <a:endParaRPr sz="9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>
                          <a:effectLst/>
                        </a:rPr>
                        <a:t>N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>
                          <a:effectLst/>
                        </a:rPr>
                        <a:t>program continues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dirty="0"/>
                        <a:t>Clears terminal, exiting game message, clears terminal again, and breaks loop</a:t>
                      </a: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94456410"/>
                  </a:ext>
                </a:extLst>
              </a:tr>
              <a:tr h="446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>
                          <a:effectLst/>
                        </a:rPr>
                        <a:t>YeS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>
                          <a:effectLst/>
                        </a:rPr>
                        <a:t>program continues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dirty="0"/>
                        <a:t>Clears the terminal, then loading message, clears terminal again, then carries on to game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130708696"/>
                  </a:ext>
                </a:extLst>
              </a:tr>
              <a:tr h="329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>
                          <a:effectLst/>
                        </a:rPr>
                        <a:t>Maybe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Please enter either "Yes" or "No"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900" dirty="0"/>
                        <a:t>Please enter yes/no message</a:t>
                      </a:r>
                      <a:endParaRPr sz="9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398264648"/>
                  </a:ext>
                </a:extLst>
              </a:tr>
              <a:tr h="446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dirty="0">
                          <a:effectLst/>
                        </a:rPr>
                        <a:t>I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Program continues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900" dirty="0"/>
                        <a:t>Clears terminal, loading message, clears terminal again then carries on to instructions</a:t>
                      </a:r>
                      <a:endParaRPr sz="9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3970480325"/>
                  </a:ext>
                </a:extLst>
              </a:tr>
              <a:tr h="446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dirty="0">
                          <a:effectLst/>
                        </a:rPr>
                        <a:t>instructions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Program continues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dirty="0"/>
                        <a:t>Clears terminal, loading message, clears terminal again then carries on to instructions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27219355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CFFA6DA-0AD6-C39E-6B3A-017D729BB398}"/>
              </a:ext>
            </a:extLst>
          </p:cNvPr>
          <p:cNvSpPr txBox="1"/>
          <p:nvPr/>
        </p:nvSpPr>
        <p:spPr>
          <a:xfrm>
            <a:off x="2116404" y="573225"/>
            <a:ext cx="781564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" sz="1200" dirty="0">
                <a:solidFill>
                  <a:schemeClr val="dk2"/>
                </a:solidFill>
              </a:rPr>
              <a:t>*Testing whether or not users want to play the game or read the instructions first</a:t>
            </a:r>
          </a:p>
        </p:txBody>
      </p:sp>
    </p:spTree>
    <p:extLst>
      <p:ext uri="{BB962C8B-B14F-4D97-AF65-F5344CB8AC3E}">
        <p14:creationId xmlns:p14="http://schemas.microsoft.com/office/powerpoint/2010/main" val="658821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409524" y="29056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b="1" dirty="0"/>
              <a:t>RPS – Instructions Testing user input</a:t>
            </a:r>
          </a:p>
        </p:txBody>
      </p:sp>
      <p:graphicFrame>
        <p:nvGraphicFramePr>
          <p:cNvPr id="77" name="Google Shape;77;p16"/>
          <p:cNvGraphicFramePr/>
          <p:nvPr>
            <p:extLst>
              <p:ext uri="{D42A27DB-BD31-4B8C-83A1-F6EECF244321}">
                <p14:modId xmlns:p14="http://schemas.microsoft.com/office/powerpoint/2010/main" val="1519075468"/>
              </p:ext>
            </p:extLst>
          </p:nvPr>
        </p:nvGraphicFramePr>
        <p:xfrm>
          <a:off x="554182" y="1061660"/>
          <a:ext cx="7075512" cy="4073550"/>
        </p:xfrm>
        <a:graphic>
          <a:graphicData uri="http://schemas.openxmlformats.org/drawingml/2006/table">
            <a:tbl>
              <a:tblPr>
                <a:noFill/>
                <a:tableStyleId>{5C991D80-E5BC-4FBA-87A7-85EF9C4AA901}</a:tableStyleId>
              </a:tblPr>
              <a:tblGrid>
                <a:gridCol w="2108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3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3295">
                  <a:extLst>
                    <a:ext uri="{9D8B030D-6E8A-4147-A177-3AD203B41FA5}">
                      <a16:colId xmlns:a16="http://schemas.microsoft.com/office/drawing/2014/main" val="2010230078"/>
                    </a:ext>
                  </a:extLst>
                </a:gridCol>
              </a:tblGrid>
              <a:tr h="33782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Test Case</a:t>
                      </a:r>
                      <a:endParaRPr sz="1200" b="1"/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Expected Values</a:t>
                      </a:r>
                      <a:endParaRPr sz="1200" b="1"/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Outcome</a:t>
                      </a: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dirty="0">
                          <a:effectLst/>
                        </a:rPr>
                        <a:t>Y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dirty="0">
                          <a:effectLst/>
                        </a:rPr>
                        <a:t>Program continues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Program carries on to the actual game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dirty="0">
                          <a:effectLst/>
                        </a:rPr>
                        <a:t>Yes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NZ" dirty="0">
                          <a:effectLst/>
                        </a:rPr>
                        <a:t>Program continues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Program carries on to the actual game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98640475"/>
                  </a:ext>
                </a:extLst>
              </a:tr>
              <a:tr h="5067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dirty="0">
                          <a:effectLst/>
                        </a:rPr>
                        <a:t>N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NZ" dirty="0">
                          <a:effectLst/>
                        </a:rPr>
                        <a:t>Program continues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1200" dirty="0"/>
                        <a:t>Exits program</a:t>
                      </a:r>
                      <a:endParaRPr sz="12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dirty="0">
                          <a:effectLst/>
                        </a:rPr>
                        <a:t>No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NZ" dirty="0">
                          <a:effectLst/>
                        </a:rPr>
                        <a:t>Program continues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</a:rPr>
                        <a:t>Exits Program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94456410"/>
                  </a:ext>
                </a:extLst>
              </a:tr>
              <a:tr h="5067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dirty="0">
                          <a:effectLst/>
                        </a:rPr>
                        <a:t>Maybe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NZ" dirty="0">
                          <a:effectLst/>
                        </a:rPr>
                        <a:t>Please choose Yes or NO or M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1200" dirty="0"/>
                        <a:t>Prompts user to pick a valid input</a:t>
                      </a:r>
                      <a:endParaRPr sz="12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130708696"/>
                  </a:ext>
                </a:extLst>
              </a:tr>
              <a:tr h="5067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dirty="0">
                          <a:effectLst/>
                        </a:rPr>
                        <a:t>Y e S or N O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NZ" dirty="0">
                          <a:effectLst/>
                        </a:rPr>
                        <a:t>Program continues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Program carries on to the actual game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398264648"/>
                  </a:ext>
                </a:extLst>
              </a:tr>
              <a:tr h="5067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dirty="0">
                          <a:effectLst/>
                        </a:rPr>
                        <a:t>M, Menu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NZ" dirty="0">
                          <a:effectLst/>
                        </a:rPr>
                        <a:t>Program continues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1200" dirty="0"/>
                        <a:t>Loads the main menu of the game</a:t>
                      </a:r>
                      <a:endParaRPr sz="12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80896928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4AC4509-EF51-21F6-EB22-9B6C49DF36CD}"/>
              </a:ext>
            </a:extLst>
          </p:cNvPr>
          <p:cNvSpPr txBox="1"/>
          <p:nvPr/>
        </p:nvSpPr>
        <p:spPr>
          <a:xfrm>
            <a:off x="409524" y="799324"/>
            <a:ext cx="781564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" sz="1200" dirty="0">
                <a:solidFill>
                  <a:schemeClr val="dk2"/>
                </a:solidFill>
              </a:rPr>
              <a:t>Testing whether or not users want to play the game after reading the instructions or exiting the game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8C4FFB77-3B7A-FF5C-D40D-5636A79AD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B156CEF1-ED7D-B407-A75D-EC2D760CC5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9524" y="290566"/>
            <a:ext cx="8520600" cy="9800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 dirty="0"/>
              <a:t>RPS – INGAME testing user input</a:t>
            </a:r>
          </a:p>
        </p:txBody>
      </p:sp>
      <p:graphicFrame>
        <p:nvGraphicFramePr>
          <p:cNvPr id="77" name="Google Shape;77;p16">
            <a:extLst>
              <a:ext uri="{FF2B5EF4-FFF2-40B4-BE49-F238E27FC236}">
                <a16:creationId xmlns:a16="http://schemas.microsoft.com/office/drawing/2014/main" id="{C96E2A14-CA77-D4B1-CD86-2841B46DE4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5357370"/>
              </p:ext>
            </p:extLst>
          </p:nvPr>
        </p:nvGraphicFramePr>
        <p:xfrm>
          <a:off x="530432" y="1308823"/>
          <a:ext cx="7075512" cy="3791534"/>
        </p:xfrm>
        <a:graphic>
          <a:graphicData uri="http://schemas.openxmlformats.org/drawingml/2006/table">
            <a:tbl>
              <a:tblPr>
                <a:noFill/>
                <a:tableStyleId>{5C991D80-E5BC-4FBA-87A7-85EF9C4AA901}</a:tableStyleId>
              </a:tblPr>
              <a:tblGrid>
                <a:gridCol w="2108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3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3295">
                  <a:extLst>
                    <a:ext uri="{9D8B030D-6E8A-4147-A177-3AD203B41FA5}">
                      <a16:colId xmlns:a16="http://schemas.microsoft.com/office/drawing/2014/main" val="2010230078"/>
                    </a:ext>
                  </a:extLst>
                </a:gridCol>
              </a:tblGrid>
              <a:tr h="33782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Test Case</a:t>
                      </a:r>
                      <a:endParaRPr sz="1200" b="1"/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/>
                        <a:t>Expected Values</a:t>
                      </a:r>
                      <a:endParaRPr sz="1200" b="1" dirty="0"/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Outcome</a:t>
                      </a: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dirty="0">
                          <a:effectLst/>
                        </a:rPr>
                        <a:t>R, Rock, R O C K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dirty="0">
                          <a:effectLst/>
                        </a:rPr>
                        <a:t>Program Continues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If ai picks paper, then AI gains one point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dirty="0">
                          <a:effectLst/>
                        </a:rPr>
                        <a:t>R, Rock, R O C K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dirty="0">
                          <a:effectLst/>
                        </a:rPr>
                        <a:t>Program Continues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If ai picks scissors, then player gains one point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98640475"/>
                  </a:ext>
                </a:extLst>
              </a:tr>
              <a:tr h="5067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900" dirty="0">
                          <a:effectLst/>
                        </a:rPr>
                        <a:t>S, Scissors, S C I S </a:t>
                      </a:r>
                      <a:r>
                        <a:rPr lang="en-NZ" sz="900" dirty="0" err="1">
                          <a:effectLst/>
                        </a:rPr>
                        <a:t>S</a:t>
                      </a:r>
                      <a:r>
                        <a:rPr lang="en-NZ" sz="900" dirty="0">
                          <a:effectLst/>
                        </a:rPr>
                        <a:t> O R 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dirty="0">
                          <a:effectLst/>
                        </a:rPr>
                        <a:t>Program Continues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1200" dirty="0"/>
                        <a:t>If ai picks paper, then player gains one point</a:t>
                      </a:r>
                      <a:endParaRPr sz="12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7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900" dirty="0">
                          <a:effectLst/>
                        </a:rPr>
                        <a:t>S, Scissors, S C I S </a:t>
                      </a:r>
                      <a:r>
                        <a:rPr lang="en-NZ" sz="900" dirty="0" err="1">
                          <a:effectLst/>
                        </a:rPr>
                        <a:t>S</a:t>
                      </a:r>
                      <a:r>
                        <a:rPr lang="en-NZ" sz="900" dirty="0">
                          <a:effectLst/>
                        </a:rPr>
                        <a:t> O R 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dirty="0">
                          <a:effectLst/>
                        </a:rPr>
                        <a:t>Program Continues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1200" dirty="0"/>
                        <a:t>If ai picks rock, then player gains one point</a:t>
                      </a:r>
                      <a:endParaRPr sz="12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94456410"/>
                  </a:ext>
                </a:extLst>
              </a:tr>
              <a:tr h="5067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dirty="0">
                          <a:effectLst/>
                        </a:rPr>
                        <a:t>P, Paper, P A P E R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dirty="0">
                          <a:effectLst/>
                        </a:rPr>
                        <a:t>Program Continues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1200" dirty="0"/>
                        <a:t>If Ai picks rock, then player gains one point</a:t>
                      </a:r>
                      <a:endParaRPr sz="12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130708696"/>
                  </a:ext>
                </a:extLst>
              </a:tr>
              <a:tr h="5067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dirty="0">
                          <a:effectLst/>
                        </a:rPr>
                        <a:t>P, Paper, P A P E R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dirty="0">
                          <a:effectLst/>
                        </a:rPr>
                        <a:t>Program Continues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1200" dirty="0"/>
                        <a:t>If ai picks scissors, then ai gains one point</a:t>
                      </a:r>
                      <a:endParaRPr sz="12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39826464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ABEC61C-62E2-6BC5-2245-28379A4D0DB3}"/>
              </a:ext>
            </a:extLst>
          </p:cNvPr>
          <p:cNvSpPr txBox="1"/>
          <p:nvPr/>
        </p:nvSpPr>
        <p:spPr>
          <a:xfrm>
            <a:off x="409524" y="799324"/>
            <a:ext cx="781564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" sz="1200" dirty="0">
                <a:solidFill>
                  <a:schemeClr val="dk2"/>
                </a:solidFill>
              </a:rPr>
              <a:t>Testing if users will use the correct user input for choosing which move they want!</a:t>
            </a:r>
          </a:p>
        </p:txBody>
      </p:sp>
    </p:spTree>
    <p:extLst>
      <p:ext uri="{BB962C8B-B14F-4D97-AF65-F5344CB8AC3E}">
        <p14:creationId xmlns:p14="http://schemas.microsoft.com/office/powerpoint/2010/main" val="2135699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3C62BA0B-26AF-3A52-2E28-C7EADA19D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55D431C4-8230-E444-461C-94B89EF0E0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9524" y="290566"/>
            <a:ext cx="8520600" cy="9800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 dirty="0"/>
              <a:t>RPS – ENDGAME Testing User Input</a:t>
            </a:r>
          </a:p>
        </p:txBody>
      </p:sp>
      <p:graphicFrame>
        <p:nvGraphicFramePr>
          <p:cNvPr id="77" name="Google Shape;77;p16">
            <a:extLst>
              <a:ext uri="{FF2B5EF4-FFF2-40B4-BE49-F238E27FC236}">
                <a16:creationId xmlns:a16="http://schemas.microsoft.com/office/drawing/2014/main" id="{3AFFA58F-26BA-ECD3-6076-840ECF45079D}"/>
              </a:ext>
            </a:extLst>
          </p:cNvPr>
          <p:cNvGraphicFramePr/>
          <p:nvPr/>
        </p:nvGraphicFramePr>
        <p:xfrm>
          <a:off x="530432" y="1308823"/>
          <a:ext cx="7075512" cy="3544111"/>
        </p:xfrm>
        <a:graphic>
          <a:graphicData uri="http://schemas.openxmlformats.org/drawingml/2006/table">
            <a:tbl>
              <a:tblPr>
                <a:noFill/>
                <a:tableStyleId>{5C991D80-E5BC-4FBA-87A7-85EF9C4AA901}</a:tableStyleId>
              </a:tblPr>
              <a:tblGrid>
                <a:gridCol w="2108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3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3295">
                  <a:extLst>
                    <a:ext uri="{9D8B030D-6E8A-4147-A177-3AD203B41FA5}">
                      <a16:colId xmlns:a16="http://schemas.microsoft.com/office/drawing/2014/main" val="2010230078"/>
                    </a:ext>
                  </a:extLst>
                </a:gridCol>
              </a:tblGrid>
              <a:tr h="33782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Test Case</a:t>
                      </a:r>
                      <a:endParaRPr sz="1200" b="1"/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/>
                        <a:t>Expected Values</a:t>
                      </a:r>
                      <a:endParaRPr sz="1200" b="1" dirty="0"/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Outcome</a:t>
                      </a: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75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NZ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NZ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61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NZ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NZ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NZ" sz="1200" dirty="0">
                        <a:effectLst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98640475"/>
                  </a:ext>
                </a:extLst>
              </a:tr>
              <a:tr h="50675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NZ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NZ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75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NZ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NZ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94456410"/>
                  </a:ext>
                </a:extLst>
              </a:tr>
              <a:tr h="50675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NZ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NZ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130708696"/>
                  </a:ext>
                </a:extLst>
              </a:tr>
              <a:tr h="50675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NZ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39826464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CE63E94-E55C-AE50-9AEE-8DCBB1260C3D}"/>
              </a:ext>
            </a:extLst>
          </p:cNvPr>
          <p:cNvSpPr txBox="1"/>
          <p:nvPr/>
        </p:nvSpPr>
        <p:spPr>
          <a:xfrm>
            <a:off x="409524" y="799324"/>
            <a:ext cx="781564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" sz="1200">
                <a:solidFill>
                  <a:schemeClr val="dk2"/>
                </a:solidFill>
              </a:rPr>
              <a:t>Testing if Users will want to go back to the menu to play again, look at instructions, or leave the game </a:t>
            </a:r>
            <a:endParaRPr lang="en" sz="12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3341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696</TotalTime>
  <Words>475</Words>
  <Application>Microsoft Office PowerPoint</Application>
  <PresentationFormat>On-screen Show (16:9)</PresentationFormat>
  <Paragraphs>83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Simple Light</vt:lpstr>
      <vt:lpstr>RPS – Main menu - Testing if User wants to start/leave/look at instructions</vt:lpstr>
      <vt:lpstr>RPS – Instructions Testing user input</vt:lpstr>
      <vt:lpstr>RPS – INGAME testing user input</vt:lpstr>
      <vt:lpstr>RPS – ENDGAME Testing User Input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Arwyn Batungbakal</cp:lastModifiedBy>
  <cp:revision>2</cp:revision>
  <dcterms:modified xsi:type="dcterms:W3CDTF">2026-03-07T06:54:16Z</dcterms:modified>
</cp:coreProperties>
</file>